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75f84b42644494" /><Relationship Type="http://schemas.openxmlformats.org/officeDocument/2006/relationships/extended-properties" Target="/docProps/app.xml" Id="R58a9c473cd8f491b" /><Relationship Type="http://schemas.openxmlformats.org/officeDocument/2006/relationships/officeDocument" Target="/ppt/presentation.xml" Id="Rc9c8703201d24c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b525dc22a040ac"/>
  </p:sldMasterIdLst>
  <p:notesMasterIdLst>
    <p:notesMasterId xmlns:r="http://schemas.openxmlformats.org/officeDocument/2006/relationships" r:id="Rfd9a8be241474c47"/>
  </p:notesMasterIdLst>
  <p:sldIdLst>
    <p:sldId xmlns:r="http://schemas.openxmlformats.org/officeDocument/2006/relationships" id="256" r:id="Rc09fdae3ef87404d"/>
    <p:sldId xmlns:r="http://schemas.openxmlformats.org/officeDocument/2006/relationships" id="257" r:id="Rcfee3e0570ff45fd"/>
    <p:sldId xmlns:r="http://schemas.openxmlformats.org/officeDocument/2006/relationships" id="258" r:id="R01d8a4b7f0e54c89"/>
    <p:sldId xmlns:r="http://schemas.openxmlformats.org/officeDocument/2006/relationships" id="259" r:id="R30016192e0704336"/>
    <p:sldId xmlns:r="http://schemas.openxmlformats.org/officeDocument/2006/relationships" id="260" r:id="R681aea2df54140e4"/>
    <p:sldId xmlns:r="http://schemas.openxmlformats.org/officeDocument/2006/relationships" id="261" r:id="R5b066590384f4966"/>
    <p:sldId xmlns:r="http://schemas.openxmlformats.org/officeDocument/2006/relationships" id="262" r:id="R8945ef01fb44466f"/>
    <p:sldId xmlns:r="http://schemas.openxmlformats.org/officeDocument/2006/relationships" id="263" r:id="R669f423c52a94a8b"/>
    <p:sldId xmlns:r="http://schemas.openxmlformats.org/officeDocument/2006/relationships" id="264" r:id="R8da507fe0e0b4409"/>
    <p:sldId xmlns:r="http://schemas.openxmlformats.org/officeDocument/2006/relationships" id="265" r:id="R523dd301f14542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1ebe5855b54a75" /><Relationship Type="http://schemas.openxmlformats.org/officeDocument/2006/relationships/slideMaster" Target="/ppt/slideMasters/slideMaster1.xml" Id="R24b525dc22a040ac" /><Relationship Type="http://schemas.openxmlformats.org/officeDocument/2006/relationships/notesMaster" Target="/ppt/notesMasters/notesMaster1.xml" Id="Rfd9a8be241474c47" /><Relationship Type="http://schemas.openxmlformats.org/officeDocument/2006/relationships/presProps" Target="/ppt/presProps.xml" Id="R1d1d8ff19fe54495" /><Relationship Type="http://schemas.openxmlformats.org/officeDocument/2006/relationships/tableStyles" Target="/ppt/tableStyles.xml" Id="Rbd9201a7e4ca49f8" /><Relationship Type="http://schemas.openxmlformats.org/officeDocument/2006/relationships/slide" Target="/ppt/slides/slide1.xml" Id="Rc09fdae3ef87404d" /><Relationship Type="http://schemas.openxmlformats.org/officeDocument/2006/relationships/slide" Target="/ppt/slides/slide2.xml" Id="Rcfee3e0570ff45fd" /><Relationship Type="http://schemas.openxmlformats.org/officeDocument/2006/relationships/slide" Target="/ppt/slides/slide3.xml" Id="R01d8a4b7f0e54c89" /><Relationship Type="http://schemas.openxmlformats.org/officeDocument/2006/relationships/slide" Target="/ppt/slides/slide4.xml" Id="R30016192e0704336" /><Relationship Type="http://schemas.openxmlformats.org/officeDocument/2006/relationships/slide" Target="/ppt/slides/slide5.xml" Id="R681aea2df54140e4" /><Relationship Type="http://schemas.openxmlformats.org/officeDocument/2006/relationships/slide" Target="/ppt/slides/slide6.xml" Id="R5b066590384f4966" /><Relationship Type="http://schemas.openxmlformats.org/officeDocument/2006/relationships/slide" Target="/ppt/slides/slide7.xml" Id="R8945ef01fb44466f" /><Relationship Type="http://schemas.openxmlformats.org/officeDocument/2006/relationships/slide" Target="/ppt/slides/slide8.xml" Id="R669f423c52a94a8b" /><Relationship Type="http://schemas.openxmlformats.org/officeDocument/2006/relationships/slide" Target="/ppt/slides/slide9.xml" Id="R8da507fe0e0b4409" /><Relationship Type="http://schemas.openxmlformats.org/officeDocument/2006/relationships/slide" Target="/ppt/slides/slide10.xml" Id="R523dd301f14542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46b486455b44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d5c5daefe545e3" /><Relationship Type="http://schemas.openxmlformats.org/officeDocument/2006/relationships/notesMaster" Target="/ppt/notesMasters/notesMaster1.xml" Id="R9643caa0aaf340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dfc3b46d874a51" /><Relationship Type="http://schemas.openxmlformats.org/officeDocument/2006/relationships/notesMaster" Target="/ppt/notesMasters/notesMaster1.xml" Id="Rc7e41453cf1f49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b6f18a72144d1f" /><Relationship Type="http://schemas.openxmlformats.org/officeDocument/2006/relationships/notesMaster" Target="/ppt/notesMasters/notesMaster1.xml" Id="R677c842b1b5040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e9e739e4b14031" /><Relationship Type="http://schemas.openxmlformats.org/officeDocument/2006/relationships/notesMaster" Target="/ppt/notesMasters/notesMaster1.xml" Id="Rc18917e903984e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ea9d0ca15944af" /><Relationship Type="http://schemas.openxmlformats.org/officeDocument/2006/relationships/notesMaster" Target="/ppt/notesMasters/notesMaster1.xml" Id="Rf7a4b3153acd45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365cc4f0514f59" /><Relationship Type="http://schemas.openxmlformats.org/officeDocument/2006/relationships/notesMaster" Target="/ppt/notesMasters/notesMaster1.xml" Id="Rdb9f2f745ead4d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d23637f4ed48a5" /><Relationship Type="http://schemas.openxmlformats.org/officeDocument/2006/relationships/notesMaster" Target="/ppt/notesMasters/notesMaster1.xml" Id="R0d2cecf35cf14e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ee590e35914a74" /><Relationship Type="http://schemas.openxmlformats.org/officeDocument/2006/relationships/notesMaster" Target="/ppt/notesMasters/notesMaster1.xml" Id="R7ee59136b3d449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23a5b968d9a4e83" /><Relationship Type="http://schemas.openxmlformats.org/officeDocument/2006/relationships/notesMaster" Target="/ppt/notesMasters/notesMaster1.xml" Id="R2ed8da3bfb3340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25f454852b487d" /><Relationship Type="http://schemas.openxmlformats.org/officeDocument/2006/relationships/notesMaster" Target="/ppt/notesMasters/notesMaster1.xml" Id="R1166113212b042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5d0179cf145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94444f934436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a84217e4c44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2f83123da94e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5cbc65f7ef41a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fff5134f64f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F6E982-3BE2-4B90-B376-3D5A1F5EBB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C78447-715A-4287-804A-22F361753A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8158CD-EE96-45FB-A2FD-5DD569191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EE793A-26E1-45F1-B48C-6241A4EDB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1FB60D-B2EE-4686-95C7-E7F7706AE4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274A82-28DC-47D5-8ADC-1A2F4FE4D5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DACBDF-6E1D-4A7D-8285-3063651ABD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A2C7FA-83C8-41A1-A0D3-487CF78D25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12E8E9-0927-4E25-AE46-EBEECADDA8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0A745D-8CFD-4D91-B1D9-3C060B07CB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6cdcd37fb04e78" /><Relationship Type="http://schemas.openxmlformats.org/officeDocument/2006/relationships/slideLayout" Target="/ppt/slideLayouts/slideLayout1.xml" Id="R3fd0ee9951c1440b" /><Relationship Type="http://schemas.openxmlformats.org/officeDocument/2006/relationships/slideLayout" Target="/ppt/slideLayouts/slideLayout2.xml" Id="Rfdb2321e75314ee1" /><Relationship Type="http://schemas.openxmlformats.org/officeDocument/2006/relationships/slideLayout" Target="/ppt/slideLayouts/slideLayout3.xml" Id="R7396f1e9b9b442e5" /><Relationship Type="http://schemas.openxmlformats.org/officeDocument/2006/relationships/slideLayout" Target="/ppt/slideLayouts/slideLayout4.xml" Id="R5bd788d23eeb4ae4" /><Relationship Type="http://schemas.openxmlformats.org/officeDocument/2006/relationships/slideLayout" Target="/ppt/slideLayouts/slideLayout5.xml" Id="R71c67d4d72934da1" /><Relationship Type="http://schemas.openxmlformats.org/officeDocument/2006/relationships/slideLayout" Target="/ppt/slideLayouts/slideLayout6.xml" Id="R21e7326d308f4a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d0ee9951c1440b"/>
    <p:sldLayoutId xmlns:r="http://schemas.openxmlformats.org/officeDocument/2006/relationships" id="2147483650" r:id="Rfdb2321e75314ee1"/>
    <p:sldLayoutId xmlns:r="http://schemas.openxmlformats.org/officeDocument/2006/relationships" id="2147483651" r:id="R7396f1e9b9b442e5"/>
    <p:sldLayoutId xmlns:r="http://schemas.openxmlformats.org/officeDocument/2006/relationships" id="2147483652" r:id="R5bd788d23eeb4ae4"/>
    <p:sldLayoutId xmlns:r="http://schemas.openxmlformats.org/officeDocument/2006/relationships" id="2147483653" r:id="R71c67d4d72934da1"/>
    <p:sldLayoutId xmlns:r="http://schemas.openxmlformats.org/officeDocument/2006/relationships" id="2147483654" r:id="R21e7326d308f4a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042a88ccb4bbb" /><Relationship Type="http://schemas.openxmlformats.org/officeDocument/2006/relationships/notesSlide" Target="/ppt/notesSlides/notesSlide1.xml" Id="R57e25f28469046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4b8a1dfc794228" /><Relationship Type="http://schemas.openxmlformats.org/officeDocument/2006/relationships/notesSlide" Target="/ppt/notesSlides/notesSlide2.xml" Id="R9d26a049bbf441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52d34d1004829" /><Relationship Type="http://schemas.openxmlformats.org/officeDocument/2006/relationships/notesSlide" Target="/ppt/notesSlides/notesSlide3.xml" Id="Rab3c936cb5d24e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578367d684c08" /><Relationship Type="http://schemas.openxmlformats.org/officeDocument/2006/relationships/notesSlide" Target="/ppt/notesSlides/notesSlide4.xml" Id="Ra3866869654f4f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07ccef18cc4ae7" /><Relationship Type="http://schemas.openxmlformats.org/officeDocument/2006/relationships/notesSlide" Target="/ppt/notesSlides/notesSlide5.xml" Id="Rde0d7b6716ce41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bd28a27cf341da" /><Relationship Type="http://schemas.openxmlformats.org/officeDocument/2006/relationships/notesSlide" Target="/ppt/notesSlides/notesSlide6.xml" Id="R16ca6c83517e43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dfa9448664ff4" /><Relationship Type="http://schemas.openxmlformats.org/officeDocument/2006/relationships/notesSlide" Target="/ppt/notesSlides/notesSlide7.xml" Id="R562a9e91033443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76bbfc3f104bcb" /><Relationship Type="http://schemas.openxmlformats.org/officeDocument/2006/relationships/notesSlide" Target="/ppt/notesSlides/notesSlide8.xml" Id="R4ddf8160ef7243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ed811ef6c84f13" /><Relationship Type="http://schemas.openxmlformats.org/officeDocument/2006/relationships/notesSlide" Target="/ppt/notesSlides/notesSlide9.xml" Id="R8560205e77e94e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624a5e61704550" /><Relationship Type="http://schemas.openxmlformats.org/officeDocument/2006/relationships/notesSlide" Target="/ppt/notesSlides/notesSlide10.xml" Id="Rcbd9d81971cd4f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92F5C-8C14-4E8D-BC8C-64002972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B8CBD7"/>
                </a:solidFill>
              </a:defRPr>
            </a:defPPr>
            <a:lvl1pPr>
              <a:buNone/>
              <a:defRPr sz="825" b="1">
                <a:solidFill>
                  <a:srgbClr val="B8CBD7"/>
                </a:solidFill>
              </a:defRPr>
            </a:lvl1pPr>
            <a:lvl2pPr>
              <a:buNone/>
              <a:defRPr sz="825" b="1">
                <a:solidFill>
                  <a:srgbClr val="B8CBD7"/>
                </a:solidFill>
              </a:defRPr>
            </a:lvl2pPr>
            <a:lvl3pPr>
              <a:buNone/>
              <a:defRPr sz="825" b="1">
                <a:solidFill>
                  <a:srgbClr val="B8CBD7"/>
                </a:solidFill>
              </a:defRPr>
            </a:lvl3pPr>
            <a:lvl4pPr>
              <a:buNone/>
              <a:defRPr sz="825" b="1">
                <a:solidFill>
                  <a:srgbClr val="B8CBD7"/>
                </a:solidFill>
              </a:defRPr>
            </a:lvl4pPr>
            <a:lvl5pPr>
              <a:buNone/>
              <a:defRPr sz="825" b="1">
                <a:solidFill>
                  <a:srgbClr val="B8CBD7"/>
                </a:solidFill>
              </a:defRPr>
            </a:lvl5pPr>
            <a:lvl6pPr>
              <a:buNone/>
              <a:defRPr sz="825" b="1">
                <a:solidFill>
                  <a:srgbClr val="B8CBD7"/>
                </a:solidFill>
              </a:defRPr>
            </a:lvl6pPr>
            <a:lvl7pPr>
              <a:buNone/>
              <a:defRPr sz="825" b="1">
                <a:solidFill>
                  <a:srgbClr val="B8CBD7"/>
                </a:solidFill>
              </a:defRPr>
            </a:lvl7pPr>
            <a:lvl8pPr>
              <a:buNone/>
              <a:defRPr sz="825" b="1">
                <a:solidFill>
                  <a:srgbClr val="B8CBD7"/>
                </a:solidFill>
              </a:defRPr>
            </a:lvl8pPr>
            <a:lvl9pPr>
              <a:buNone/>
              <a:defRPr sz="825" b="1">
                <a:solidFill>
                  <a:srgbClr val="B8CBD7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B8CBD7"/>
                </a:solidFill>
              </a:defRPr>
            </a:pPr>
            <a:r>
              <a:rPr sz="825" b="1">
                <a:solidFill>
                  <a:srgbClr val="B8CBD7"/>
                </a:solidFill>
              </a:rPr>
              <a:t>CARDIOTWIN AI  •  INDEPENDENT STUDENT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B6980-6779-40B9-B6B1-3FB4D955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B8CBD7"/>
                </a:solidFill>
              </a:defRPr>
            </a:defPPr>
            <a:lvl1pPr>
              <a:buNone/>
              <a:defRPr sz="825" b="1">
                <a:solidFill>
                  <a:srgbClr val="B8CBD7"/>
                </a:solidFill>
              </a:defRPr>
            </a:lvl1pPr>
            <a:lvl2pPr>
              <a:buNone/>
              <a:defRPr sz="825" b="1">
                <a:solidFill>
                  <a:srgbClr val="B8CBD7"/>
                </a:solidFill>
              </a:defRPr>
            </a:lvl2pPr>
            <a:lvl3pPr>
              <a:buNone/>
              <a:defRPr sz="825" b="1">
                <a:solidFill>
                  <a:srgbClr val="B8CBD7"/>
                </a:solidFill>
              </a:defRPr>
            </a:lvl3pPr>
            <a:lvl4pPr>
              <a:buNone/>
              <a:defRPr sz="825" b="1">
                <a:solidFill>
                  <a:srgbClr val="B8CBD7"/>
                </a:solidFill>
              </a:defRPr>
            </a:lvl4pPr>
            <a:lvl5pPr>
              <a:buNone/>
              <a:defRPr sz="825" b="1">
                <a:solidFill>
                  <a:srgbClr val="B8CBD7"/>
                </a:solidFill>
              </a:defRPr>
            </a:lvl5pPr>
            <a:lvl6pPr>
              <a:buNone/>
              <a:defRPr sz="825" b="1">
                <a:solidFill>
                  <a:srgbClr val="B8CBD7"/>
                </a:solidFill>
              </a:defRPr>
            </a:lvl6pPr>
            <a:lvl7pPr>
              <a:buNone/>
              <a:defRPr sz="825" b="1">
                <a:solidFill>
                  <a:srgbClr val="B8CBD7"/>
                </a:solidFill>
              </a:defRPr>
            </a:lvl7pPr>
            <a:lvl8pPr>
              <a:buNone/>
              <a:defRPr sz="825" b="1">
                <a:solidFill>
                  <a:srgbClr val="B8CBD7"/>
                </a:solidFill>
              </a:defRPr>
            </a:lvl8pPr>
            <a:lvl9pPr>
              <a:buNone/>
              <a:defRPr sz="825" b="1">
                <a:solidFill>
                  <a:srgbClr val="B8CBD7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B8CBD7"/>
                </a:solidFill>
              </a:defRPr>
            </a:pPr>
            <a:r>
              <a:rPr sz="825" b="1">
                <a:solidFill>
                  <a:srgbClr val="B8CBD7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149B6-8CC8-4D14-B3D2-B1631F85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0"/>
            <a:ext cx="4362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7A841-4800-4178-80EF-59952BCA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742950"/>
            <a:ext cx="2381250" cy="2381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07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E126F-74A6-492A-BD9D-A84042B5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23975"/>
            <a:ext cx="1219200" cy="1219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CA6A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041D4-CDC1-4D44-8B6D-2FFFBAA0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866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33124-994A-4CD2-B139-6ABF5D8C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1114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3A8D7-A968-4140-AAE0-1767B02A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D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FC301-CFB6-439C-8A7C-EF6E0758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73D2CB"/>
                </a:solidFill>
              </a:defRPr>
            </a:defPPr>
            <a:lvl1pPr>
              <a:buNone/>
              <a:defRPr sz="1125" b="1">
                <a:solidFill>
                  <a:srgbClr val="73D2CB"/>
                </a:solidFill>
              </a:defRPr>
            </a:lvl1pPr>
            <a:lvl2pPr>
              <a:buNone/>
              <a:defRPr sz="1125" b="1">
                <a:solidFill>
                  <a:srgbClr val="73D2CB"/>
                </a:solidFill>
              </a:defRPr>
            </a:lvl2pPr>
            <a:lvl3pPr>
              <a:buNone/>
              <a:defRPr sz="1125" b="1">
                <a:solidFill>
                  <a:srgbClr val="73D2CB"/>
                </a:solidFill>
              </a:defRPr>
            </a:lvl3pPr>
            <a:lvl4pPr>
              <a:buNone/>
              <a:defRPr sz="1125" b="1">
                <a:solidFill>
                  <a:srgbClr val="73D2CB"/>
                </a:solidFill>
              </a:defRPr>
            </a:lvl4pPr>
            <a:lvl5pPr>
              <a:buNone/>
              <a:defRPr sz="1125" b="1">
                <a:solidFill>
                  <a:srgbClr val="73D2CB"/>
                </a:solidFill>
              </a:defRPr>
            </a:lvl5pPr>
            <a:lvl6pPr>
              <a:buNone/>
              <a:defRPr sz="1125" b="1">
                <a:solidFill>
                  <a:srgbClr val="73D2CB"/>
                </a:solidFill>
              </a:defRPr>
            </a:lvl6pPr>
            <a:lvl7pPr>
              <a:buNone/>
              <a:defRPr sz="1125" b="1">
                <a:solidFill>
                  <a:srgbClr val="73D2CB"/>
                </a:solidFill>
              </a:defRPr>
            </a:lvl7pPr>
            <a:lvl8pPr>
              <a:buNone/>
              <a:defRPr sz="1125" b="1">
                <a:solidFill>
                  <a:srgbClr val="73D2CB"/>
                </a:solidFill>
              </a:defRPr>
            </a:lvl8pPr>
            <a:lvl9pPr>
              <a:buNone/>
              <a:defRPr sz="1125" b="1">
                <a:solidFill>
                  <a:srgbClr val="73D2CB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73D2CB"/>
                </a:solidFill>
              </a:defRPr>
            </a:pPr>
            <a:r>
              <a:rPr sz="1125" b="1">
                <a:solidFill>
                  <a:srgbClr val="73D2CB"/>
                </a:solidFill>
              </a:rPr>
              <a:t>HEALTH TECHNOLOGY  /  ACADEMIC PROTOTYPE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8B027-D0EF-4AEA-B97C-2FE25093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628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500" b="1">
                <a:solidFill>
                  <a:srgbClr val="FFFFFF"/>
                </a:solidFill>
              </a:defRPr>
            </a:defPPr>
            <a:lvl1pPr>
              <a:buNone/>
              <a:defRPr sz="4500" b="1">
                <a:solidFill>
                  <a:srgbClr val="FFFFFF"/>
                </a:solidFill>
              </a:defRPr>
            </a:lvl1pPr>
            <a:lvl2pPr>
              <a:buNone/>
              <a:defRPr sz="4500" b="1">
                <a:solidFill>
                  <a:srgbClr val="FFFFFF"/>
                </a:solidFill>
              </a:defRPr>
            </a:lvl2pPr>
            <a:lvl3pPr>
              <a:buNone/>
              <a:defRPr sz="4500" b="1">
                <a:solidFill>
                  <a:srgbClr val="FFFFFF"/>
                </a:solidFill>
              </a:defRPr>
            </a:lvl3pPr>
            <a:lvl4pPr>
              <a:buNone/>
              <a:defRPr sz="4500" b="1">
                <a:solidFill>
                  <a:srgbClr val="FFFFFF"/>
                </a:solidFill>
              </a:defRPr>
            </a:lvl4pPr>
            <a:lvl5pPr>
              <a:buNone/>
              <a:defRPr sz="4500" b="1">
                <a:solidFill>
                  <a:srgbClr val="FFFFFF"/>
                </a:solidFill>
              </a:defRPr>
            </a:lvl5pPr>
            <a:lvl6pPr>
              <a:buNone/>
              <a:defRPr sz="4500" b="1">
                <a:solidFill>
                  <a:srgbClr val="FFFFFF"/>
                </a:solidFill>
              </a:defRPr>
            </a:lvl6pPr>
            <a:lvl7pPr>
              <a:buNone/>
              <a:defRPr sz="4500" b="1">
                <a:solidFill>
                  <a:srgbClr val="FFFFFF"/>
                </a:solidFill>
              </a:defRPr>
            </a:lvl7pPr>
            <a:lvl8pPr>
              <a:buNone/>
              <a:defRPr sz="4500" b="1">
                <a:solidFill>
                  <a:srgbClr val="FFFFFF"/>
                </a:solidFill>
              </a:defRPr>
            </a:lvl8pPr>
            <a:lvl9pPr>
              <a:buNone/>
              <a:defRPr sz="4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CardioTwin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E5FCD-5023-4A39-9771-53A37B73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D5E4EA"/>
                </a:solidFill>
              </a:defRPr>
            </a:defPPr>
            <a:lvl1pPr>
              <a:buNone/>
              <a:defRPr sz="1875" b="0">
                <a:solidFill>
                  <a:srgbClr val="D5E4EA"/>
                </a:solidFill>
              </a:defRPr>
            </a:lvl1pPr>
            <a:lvl2pPr>
              <a:buNone/>
              <a:defRPr sz="1875" b="0">
                <a:solidFill>
                  <a:srgbClr val="D5E4EA"/>
                </a:solidFill>
              </a:defRPr>
            </a:lvl2pPr>
            <a:lvl3pPr>
              <a:buNone/>
              <a:defRPr sz="1875" b="0">
                <a:solidFill>
                  <a:srgbClr val="D5E4EA"/>
                </a:solidFill>
              </a:defRPr>
            </a:lvl3pPr>
            <a:lvl4pPr>
              <a:buNone/>
              <a:defRPr sz="1875" b="0">
                <a:solidFill>
                  <a:srgbClr val="D5E4EA"/>
                </a:solidFill>
              </a:defRPr>
            </a:lvl4pPr>
            <a:lvl5pPr>
              <a:buNone/>
              <a:defRPr sz="1875" b="0">
                <a:solidFill>
                  <a:srgbClr val="D5E4EA"/>
                </a:solidFill>
              </a:defRPr>
            </a:lvl5pPr>
            <a:lvl6pPr>
              <a:buNone/>
              <a:defRPr sz="1875" b="0">
                <a:solidFill>
                  <a:srgbClr val="D5E4EA"/>
                </a:solidFill>
              </a:defRPr>
            </a:lvl6pPr>
            <a:lvl7pPr>
              <a:buNone/>
              <a:defRPr sz="1875" b="0">
                <a:solidFill>
                  <a:srgbClr val="D5E4EA"/>
                </a:solidFill>
              </a:defRPr>
            </a:lvl7pPr>
            <a:lvl8pPr>
              <a:buNone/>
              <a:defRPr sz="1875" b="0">
                <a:solidFill>
                  <a:srgbClr val="D5E4EA"/>
                </a:solidFill>
              </a:defRPr>
            </a:lvl8pPr>
            <a:lvl9pPr>
              <a:buNone/>
              <a:defRPr sz="1875" b="0">
                <a:solidFill>
                  <a:srgbClr val="D5E4EA"/>
                </a:solidFill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D5E4EA"/>
                </a:solidFill>
              </a:defRPr>
            </a:pPr>
            <a:r>
              <a:rPr sz="1875" b="0">
                <a:solidFill>
                  <a:srgbClr val="D5E4EA"/>
                </a:solidFill>
              </a:rPr>
              <a:t>A connected web experience for exploring heart-health model outputs.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78BAB1-40BC-41A6-A7B3-25EDDA28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514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26DB1-C265-430D-B022-EF437D55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D2CB"/>
                </a:solidFill>
              </a:defRPr>
            </a:defPPr>
            <a:lvl1pPr>
              <a:buNone/>
              <a:defRPr sz="975" b="1">
                <a:solidFill>
                  <a:srgbClr val="73D2CB"/>
                </a:solidFill>
              </a:defRPr>
            </a:lvl1pPr>
            <a:lvl2pPr>
              <a:buNone/>
              <a:defRPr sz="975" b="1">
                <a:solidFill>
                  <a:srgbClr val="73D2CB"/>
                </a:solidFill>
              </a:defRPr>
            </a:lvl2pPr>
            <a:lvl3pPr>
              <a:buNone/>
              <a:defRPr sz="975" b="1">
                <a:solidFill>
                  <a:srgbClr val="73D2CB"/>
                </a:solidFill>
              </a:defRPr>
            </a:lvl3pPr>
            <a:lvl4pPr>
              <a:buNone/>
              <a:defRPr sz="975" b="1">
                <a:solidFill>
                  <a:srgbClr val="73D2CB"/>
                </a:solidFill>
              </a:defRPr>
            </a:lvl4pPr>
            <a:lvl5pPr>
              <a:buNone/>
              <a:defRPr sz="975" b="1">
                <a:solidFill>
                  <a:srgbClr val="73D2CB"/>
                </a:solidFill>
              </a:defRPr>
            </a:lvl5pPr>
            <a:lvl6pPr>
              <a:buNone/>
              <a:defRPr sz="975" b="1">
                <a:solidFill>
                  <a:srgbClr val="73D2CB"/>
                </a:solidFill>
              </a:defRPr>
            </a:lvl6pPr>
            <a:lvl7pPr>
              <a:buNone/>
              <a:defRPr sz="975" b="1">
                <a:solidFill>
                  <a:srgbClr val="73D2CB"/>
                </a:solidFill>
              </a:defRPr>
            </a:lvl7pPr>
            <a:lvl8pPr>
              <a:buNone/>
              <a:defRPr sz="975" b="1">
                <a:solidFill>
                  <a:srgbClr val="73D2CB"/>
                </a:solidFill>
              </a:defRPr>
            </a:lvl8pPr>
            <a:lvl9pPr>
              <a:buNone/>
              <a:defRPr sz="975" b="1">
                <a:solidFill>
                  <a:srgbClr val="73D2C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73D2CB"/>
                </a:solidFill>
              </a:defRPr>
            </a:pPr>
            <a:r>
              <a:rPr sz="975" b="1">
                <a:solidFill>
                  <a:srgbClr val="73D2CB"/>
                </a:solidFill>
              </a:rPr>
              <a:t>TEAM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9757F-0C99-4F7C-9399-0E2FC2BF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628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FFFFFF"/>
                </a:solidFill>
              </a:defRPr>
            </a:defPPr>
            <a:lvl1pPr>
              <a:buNone/>
              <a:defRPr sz="1500" b="1">
                <a:solidFill>
                  <a:srgbClr val="FFFFFF"/>
                </a:solidFill>
              </a:defRPr>
            </a:lvl1pPr>
            <a:lvl2pPr>
              <a:buNone/>
              <a:defRPr sz="1500" b="1">
                <a:solidFill>
                  <a:srgbClr val="FFFFFF"/>
                </a:solidFill>
              </a:defRPr>
            </a:lvl2pPr>
            <a:lvl3pPr>
              <a:buNone/>
              <a:defRPr sz="1500" b="1">
                <a:solidFill>
                  <a:srgbClr val="FFFFFF"/>
                </a:solidFill>
              </a:defRPr>
            </a:lvl3pPr>
            <a:lvl4pPr>
              <a:buNone/>
              <a:defRPr sz="1500" b="1">
                <a:solidFill>
                  <a:srgbClr val="FFFFFF"/>
                </a:solidFill>
              </a:defRPr>
            </a:lvl4pPr>
            <a:lvl5pPr>
              <a:buNone/>
              <a:defRPr sz="1500" b="1">
                <a:solidFill>
                  <a:srgbClr val="FFFFFF"/>
                </a:solidFill>
              </a:defRPr>
            </a:lvl5pPr>
            <a:lvl6pPr>
              <a:buNone/>
              <a:defRPr sz="1500" b="1">
                <a:solidFill>
                  <a:srgbClr val="FFFFFF"/>
                </a:solidFill>
              </a:defRPr>
            </a:lvl6pPr>
            <a:lvl7pPr>
              <a:buNone/>
              <a:defRPr sz="1500" b="1">
                <a:solidFill>
                  <a:srgbClr val="FFFFFF"/>
                </a:solidFill>
              </a:defRPr>
            </a:lvl7pPr>
            <a:lvl8pPr>
              <a:buNone/>
              <a:defRPr sz="1500" b="1">
                <a:solidFill>
                  <a:srgbClr val="FFFFFF"/>
                </a:solidFill>
              </a:defRPr>
            </a:lvl8pPr>
            <a:lvl9pPr>
              <a:buNone/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Samrin Shaik  ·  Mohammed Faisal  ·  Vandana Vajji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1462C0-1D98-422E-A5EB-0DE6029B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B8CBD7"/>
                </a:solidFill>
              </a:defRPr>
            </a:defPPr>
            <a:lvl1pPr>
              <a:buNone/>
              <a:defRPr sz="1125" b="0">
                <a:solidFill>
                  <a:srgbClr val="B8CBD7"/>
                </a:solidFill>
              </a:defRPr>
            </a:lvl1pPr>
            <a:lvl2pPr>
              <a:buNone/>
              <a:defRPr sz="1125" b="0">
                <a:solidFill>
                  <a:srgbClr val="B8CBD7"/>
                </a:solidFill>
              </a:defRPr>
            </a:lvl2pPr>
            <a:lvl3pPr>
              <a:buNone/>
              <a:defRPr sz="1125" b="0">
                <a:solidFill>
                  <a:srgbClr val="B8CBD7"/>
                </a:solidFill>
              </a:defRPr>
            </a:lvl3pPr>
            <a:lvl4pPr>
              <a:buNone/>
              <a:defRPr sz="1125" b="0">
                <a:solidFill>
                  <a:srgbClr val="B8CBD7"/>
                </a:solidFill>
              </a:defRPr>
            </a:lvl4pPr>
            <a:lvl5pPr>
              <a:buNone/>
              <a:defRPr sz="1125" b="0">
                <a:solidFill>
                  <a:srgbClr val="B8CBD7"/>
                </a:solidFill>
              </a:defRPr>
            </a:lvl5pPr>
            <a:lvl6pPr>
              <a:buNone/>
              <a:defRPr sz="1125" b="0">
                <a:solidFill>
                  <a:srgbClr val="B8CBD7"/>
                </a:solidFill>
              </a:defRPr>
            </a:lvl6pPr>
            <a:lvl7pPr>
              <a:buNone/>
              <a:defRPr sz="1125" b="0">
                <a:solidFill>
                  <a:srgbClr val="B8CBD7"/>
                </a:solidFill>
              </a:defRPr>
            </a:lvl7pPr>
            <a:lvl8pPr>
              <a:buNone/>
              <a:defRPr sz="1125" b="0">
                <a:solidFill>
                  <a:srgbClr val="B8CBD7"/>
                </a:solidFill>
              </a:defRPr>
            </a:lvl8pPr>
            <a:lvl9pPr>
              <a:buNone/>
              <a:defRPr sz="1125" b="0">
                <a:solidFill>
                  <a:srgbClr val="B8CBD7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B8CBD7"/>
                </a:solidFill>
              </a:defRPr>
            </a:pPr>
            <a:r>
              <a:rPr sz="1125" b="0">
                <a:solidFill>
                  <a:srgbClr val="B8CBD7"/>
                </a:solidFill>
              </a:rPr>
              <a:t>Independent student team  |  No college or incubator affiliation</a:t>
            </a:r>
          </a:p>
        </p:txBody>
      </p:sp>
    </p:spTree>
    <p:extLst>
      <p:ext uri="{BB962C8B-B14F-4D97-AF65-F5344CB8AC3E}">
        <p14:creationId xmlns:p14="http://schemas.microsoft.com/office/powerpoint/2010/main" val="17291965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A10A65-AC54-4054-9C63-F8521A07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CA6A3"/>
                </a:solidFill>
              </a:defRPr>
            </a:defPPr>
            <a:lvl1pPr>
              <a:buNone/>
              <a:defRPr sz="975" b="1">
                <a:solidFill>
                  <a:srgbClr val="1CA6A3"/>
                </a:solidFill>
              </a:defRPr>
            </a:lvl1pPr>
            <a:lvl2pPr>
              <a:buNone/>
              <a:defRPr sz="975" b="1">
                <a:solidFill>
                  <a:srgbClr val="1CA6A3"/>
                </a:solidFill>
              </a:defRPr>
            </a:lvl2pPr>
            <a:lvl3pPr>
              <a:buNone/>
              <a:defRPr sz="975" b="1">
                <a:solidFill>
                  <a:srgbClr val="1CA6A3"/>
                </a:solidFill>
              </a:defRPr>
            </a:lvl3pPr>
            <a:lvl4pPr>
              <a:buNone/>
              <a:defRPr sz="975" b="1">
                <a:solidFill>
                  <a:srgbClr val="1CA6A3"/>
                </a:solidFill>
              </a:defRPr>
            </a:lvl4pPr>
            <a:lvl5pPr>
              <a:buNone/>
              <a:defRPr sz="975" b="1">
                <a:solidFill>
                  <a:srgbClr val="1CA6A3"/>
                </a:solidFill>
              </a:defRPr>
            </a:lvl5pPr>
            <a:lvl6pPr>
              <a:buNone/>
              <a:defRPr sz="975" b="1">
                <a:solidFill>
                  <a:srgbClr val="1CA6A3"/>
                </a:solidFill>
              </a:defRPr>
            </a:lvl6pPr>
            <a:lvl7pPr>
              <a:buNone/>
              <a:defRPr sz="975" b="1">
                <a:solidFill>
                  <a:srgbClr val="1CA6A3"/>
                </a:solidFill>
              </a:defRPr>
            </a:lvl7pPr>
            <a:lvl8pPr>
              <a:buNone/>
              <a:defRPr sz="975" b="1">
                <a:solidFill>
                  <a:srgbClr val="1CA6A3"/>
                </a:solidFill>
              </a:defRPr>
            </a:lvl8pPr>
            <a:lvl9pPr>
              <a:buNone/>
              <a:defRPr sz="9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CA6A3"/>
                </a:solidFill>
              </a:defRPr>
            </a:pPr>
            <a:r>
              <a:rPr sz="975" b="1">
                <a:solidFill>
                  <a:srgbClr val="1CA6A3"/>
                </a:solidFill>
              </a:rPr>
              <a:t>01  / 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DC585-2AEA-42E8-B3C1-629F5303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43A"/>
                </a:solidFill>
              </a:defRPr>
            </a:defPPr>
            <a:lvl1pPr>
              <a:buNone/>
              <a:defRPr sz="2550" b="1">
                <a:solidFill>
                  <a:srgbClr val="10243A"/>
                </a:solidFill>
              </a:defRPr>
            </a:lvl1pPr>
            <a:lvl2pPr>
              <a:buNone/>
              <a:defRPr sz="2550" b="1">
                <a:solidFill>
                  <a:srgbClr val="10243A"/>
                </a:solidFill>
              </a:defRPr>
            </a:lvl2pPr>
            <a:lvl3pPr>
              <a:buNone/>
              <a:defRPr sz="2550" b="1">
                <a:solidFill>
                  <a:srgbClr val="10243A"/>
                </a:solidFill>
              </a:defRPr>
            </a:lvl3pPr>
            <a:lvl4pPr>
              <a:buNone/>
              <a:defRPr sz="2550" b="1">
                <a:solidFill>
                  <a:srgbClr val="10243A"/>
                </a:solidFill>
              </a:defRPr>
            </a:lvl4pPr>
            <a:lvl5pPr>
              <a:buNone/>
              <a:defRPr sz="2550" b="1">
                <a:solidFill>
                  <a:srgbClr val="10243A"/>
                </a:solidFill>
              </a:defRPr>
            </a:lvl5pPr>
            <a:lvl6pPr>
              <a:buNone/>
              <a:defRPr sz="2550" b="1">
                <a:solidFill>
                  <a:srgbClr val="10243A"/>
                </a:solidFill>
              </a:defRPr>
            </a:lvl6pPr>
            <a:lvl7pPr>
              <a:buNone/>
              <a:defRPr sz="2550" b="1">
                <a:solidFill>
                  <a:srgbClr val="10243A"/>
                </a:solidFill>
              </a:defRPr>
            </a:lvl7pPr>
            <a:lvl8pPr>
              <a:buNone/>
              <a:defRPr sz="2550" b="1">
                <a:solidFill>
                  <a:srgbClr val="10243A"/>
                </a:solidFill>
              </a:defRPr>
            </a:lvl8pPr>
            <a:lvl9pPr>
              <a:buNone/>
              <a:defRPr sz="25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The problem and our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51C0C-F84C-4429-A2CB-27D3363E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D887B-D4D4-464C-B232-F33E17A9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CARDIOTWIN AI  •  INDEPENDENT STUDENT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78F87-30CB-4F5B-8B3A-CD157921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EE968-D034-4791-B5FD-BB4207A9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0243A"/>
                </a:solidFill>
              </a:defRPr>
            </a:defPPr>
            <a:lvl1pPr>
              <a:buNone/>
              <a:defRPr sz="2175" b="1">
                <a:solidFill>
                  <a:srgbClr val="10243A"/>
                </a:solidFill>
              </a:defRPr>
            </a:lvl1pPr>
            <a:lvl2pPr>
              <a:buNone/>
              <a:defRPr sz="2175" b="1">
                <a:solidFill>
                  <a:srgbClr val="10243A"/>
                </a:solidFill>
              </a:defRPr>
            </a:lvl2pPr>
            <a:lvl3pPr>
              <a:buNone/>
              <a:defRPr sz="2175" b="1">
                <a:solidFill>
                  <a:srgbClr val="10243A"/>
                </a:solidFill>
              </a:defRPr>
            </a:lvl3pPr>
            <a:lvl4pPr>
              <a:buNone/>
              <a:defRPr sz="2175" b="1">
                <a:solidFill>
                  <a:srgbClr val="10243A"/>
                </a:solidFill>
              </a:defRPr>
            </a:lvl4pPr>
            <a:lvl5pPr>
              <a:buNone/>
              <a:defRPr sz="2175" b="1">
                <a:solidFill>
                  <a:srgbClr val="10243A"/>
                </a:solidFill>
              </a:defRPr>
            </a:lvl5pPr>
            <a:lvl6pPr>
              <a:buNone/>
              <a:defRPr sz="2175" b="1">
                <a:solidFill>
                  <a:srgbClr val="10243A"/>
                </a:solidFill>
              </a:defRPr>
            </a:lvl6pPr>
            <a:lvl7pPr>
              <a:buNone/>
              <a:defRPr sz="2175" b="1">
                <a:solidFill>
                  <a:srgbClr val="10243A"/>
                </a:solidFill>
              </a:defRPr>
            </a:lvl7pPr>
            <a:lvl8pPr>
              <a:buNone/>
              <a:defRPr sz="2175" b="1">
                <a:solidFill>
                  <a:srgbClr val="10243A"/>
                </a:solidFill>
              </a:defRPr>
            </a:lvl8pPr>
            <a:lvl9pPr>
              <a:buNone/>
              <a:defRPr sz="217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0243A"/>
                </a:solidFill>
              </a:defRPr>
            </a:pPr>
            <a:r>
              <a:rPr sz="2175" b="1">
                <a:solidFill>
                  <a:srgbClr val="10243A"/>
                </a:solidFill>
              </a:rPr>
              <a:t>Health signals are often spread across clinical measurements, lifestyle surveys, and ECG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C9C0B-D11C-45ED-9BC2-E5019D35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0">
                <a:solidFill>
                  <a:srgbClr val="5D7182"/>
                </a:solidFill>
              </a:defRPr>
            </a:defPPr>
            <a:lvl1pPr>
              <a:buNone/>
              <a:defRPr sz="1650" b="0">
                <a:solidFill>
                  <a:srgbClr val="5D7182"/>
                </a:solidFill>
              </a:defRPr>
            </a:lvl1pPr>
            <a:lvl2pPr>
              <a:buNone/>
              <a:defRPr sz="1650" b="0">
                <a:solidFill>
                  <a:srgbClr val="5D7182"/>
                </a:solidFill>
              </a:defRPr>
            </a:lvl2pPr>
            <a:lvl3pPr>
              <a:buNone/>
              <a:defRPr sz="1650" b="0">
                <a:solidFill>
                  <a:srgbClr val="5D7182"/>
                </a:solidFill>
              </a:defRPr>
            </a:lvl3pPr>
            <a:lvl4pPr>
              <a:buNone/>
              <a:defRPr sz="1650" b="0">
                <a:solidFill>
                  <a:srgbClr val="5D7182"/>
                </a:solidFill>
              </a:defRPr>
            </a:lvl4pPr>
            <a:lvl5pPr>
              <a:buNone/>
              <a:defRPr sz="1650" b="0">
                <a:solidFill>
                  <a:srgbClr val="5D7182"/>
                </a:solidFill>
              </a:defRPr>
            </a:lvl5pPr>
            <a:lvl6pPr>
              <a:buNone/>
              <a:defRPr sz="1650" b="0">
                <a:solidFill>
                  <a:srgbClr val="5D7182"/>
                </a:solidFill>
              </a:defRPr>
            </a:lvl6pPr>
            <a:lvl7pPr>
              <a:buNone/>
              <a:defRPr sz="1650" b="0">
                <a:solidFill>
                  <a:srgbClr val="5D7182"/>
                </a:solidFill>
              </a:defRPr>
            </a:lvl7pPr>
            <a:lvl8pPr>
              <a:buNone/>
              <a:defRPr sz="1650" b="0">
                <a:solidFill>
                  <a:srgbClr val="5D7182"/>
                </a:solidFill>
              </a:defRPr>
            </a:lvl8pPr>
            <a:lvl9pPr>
              <a:buNone/>
              <a:defRPr sz="1650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D7182"/>
                </a:solidFill>
              </a:defRPr>
            </a:pPr>
            <a:r>
              <a:rPr sz="1650" b="0">
                <a:solidFill>
                  <a:srgbClr val="5D7182"/>
                </a:solidFill>
              </a:rPr>
              <a:t>Our prototype shows how distinct model outputs can be accessed through one web project.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D65E5-4B9F-4B22-9F0B-C2048237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53340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F7FA7-679B-4FB4-B971-D3706CEB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811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10243A"/>
                </a:solidFill>
              </a:defRPr>
            </a:defPPr>
            <a:lvl1pPr>
              <a:buNone/>
              <a:defRPr sz="1575" b="1">
                <a:solidFill>
                  <a:srgbClr val="10243A"/>
                </a:solidFill>
              </a:defRPr>
            </a:lvl1pPr>
            <a:lvl2pPr>
              <a:buNone/>
              <a:defRPr sz="1575" b="1">
                <a:solidFill>
                  <a:srgbClr val="10243A"/>
                </a:solidFill>
              </a:defRPr>
            </a:lvl2pPr>
            <a:lvl3pPr>
              <a:buNone/>
              <a:defRPr sz="1575" b="1">
                <a:solidFill>
                  <a:srgbClr val="10243A"/>
                </a:solidFill>
              </a:defRPr>
            </a:lvl3pPr>
            <a:lvl4pPr>
              <a:buNone/>
              <a:defRPr sz="1575" b="1">
                <a:solidFill>
                  <a:srgbClr val="10243A"/>
                </a:solidFill>
              </a:defRPr>
            </a:lvl4pPr>
            <a:lvl5pPr>
              <a:buNone/>
              <a:defRPr sz="1575" b="1">
                <a:solidFill>
                  <a:srgbClr val="10243A"/>
                </a:solidFill>
              </a:defRPr>
            </a:lvl5pPr>
            <a:lvl6pPr>
              <a:buNone/>
              <a:defRPr sz="1575" b="1">
                <a:solidFill>
                  <a:srgbClr val="10243A"/>
                </a:solidFill>
              </a:defRPr>
            </a:lvl6pPr>
            <a:lvl7pPr>
              <a:buNone/>
              <a:defRPr sz="1575" b="1">
                <a:solidFill>
                  <a:srgbClr val="10243A"/>
                </a:solidFill>
              </a:defRPr>
            </a:lvl7pPr>
            <a:lvl8pPr>
              <a:buNone/>
              <a:defRPr sz="1575" b="1">
                <a:solidFill>
                  <a:srgbClr val="10243A"/>
                </a:solidFill>
              </a:defRPr>
            </a:lvl8pPr>
            <a:lvl9pPr>
              <a:buNone/>
              <a:defRPr sz="157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10243A"/>
                </a:solidFill>
              </a:defRPr>
            </a:pPr>
            <a:r>
              <a:rPr sz="1575" b="1">
                <a:solidFill>
                  <a:srgbClr val="10243A"/>
                </a:solidFill>
              </a:rPr>
              <a:t>What CardioTwin does today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A4F8A-C65B-4951-B512-E2CB34EC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38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ECBA2-C4F9-4884-9BA0-B6FB1F98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33625"/>
            <a:ext cx="4248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3047"/>
                </a:solidFill>
              </a:defRPr>
            </a:defPPr>
            <a:lvl1pPr>
              <a:buNone/>
              <a:defRPr sz="1425" b="0">
                <a:solidFill>
                  <a:srgbClr val="173047"/>
                </a:solidFill>
              </a:defRPr>
            </a:lvl1pPr>
            <a:lvl2pPr>
              <a:buNone/>
              <a:defRPr sz="1425" b="0">
                <a:solidFill>
                  <a:srgbClr val="173047"/>
                </a:solidFill>
              </a:defRPr>
            </a:lvl2pPr>
            <a:lvl3pPr>
              <a:buNone/>
              <a:defRPr sz="1425" b="0">
                <a:solidFill>
                  <a:srgbClr val="173047"/>
                </a:solidFill>
              </a:defRPr>
            </a:lvl3pPr>
            <a:lvl4pPr>
              <a:buNone/>
              <a:defRPr sz="1425" b="0">
                <a:solidFill>
                  <a:srgbClr val="173047"/>
                </a:solidFill>
              </a:defRPr>
            </a:lvl4pPr>
            <a:lvl5pPr>
              <a:buNone/>
              <a:defRPr sz="1425" b="0">
                <a:solidFill>
                  <a:srgbClr val="173047"/>
                </a:solidFill>
              </a:defRPr>
            </a:lvl5pPr>
            <a:lvl6pPr>
              <a:buNone/>
              <a:defRPr sz="1425" b="0">
                <a:solidFill>
                  <a:srgbClr val="173047"/>
                </a:solidFill>
              </a:defRPr>
            </a:lvl6pPr>
            <a:lvl7pPr>
              <a:buNone/>
              <a:defRPr sz="1425" b="0">
                <a:solidFill>
                  <a:srgbClr val="173047"/>
                </a:solidFill>
              </a:defRPr>
            </a:lvl7pPr>
            <a:lvl8pPr>
              <a:buNone/>
              <a:defRPr sz="1425" b="0">
                <a:solidFill>
                  <a:srgbClr val="173047"/>
                </a:solidFill>
              </a:defRPr>
            </a:lvl8pPr>
            <a:lvl9pPr>
              <a:buNone/>
              <a:defRPr sz="1425" b="0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73047"/>
                </a:solidFill>
              </a:defRPr>
            </a:pPr>
            <a:r>
              <a:rPr sz="1425" b="0">
                <a:solidFill>
                  <a:srgbClr val="173047"/>
                </a:solidFill>
              </a:rPr>
              <a:t>Runs a live heart assessment using the saved UCI Cleveland classifier.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61E6E3-2A2E-4E40-BA47-CF0C0D61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81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E8155-F54F-4DA1-BDB8-2095B5D9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76575"/>
            <a:ext cx="4248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3047"/>
                </a:solidFill>
              </a:defRPr>
            </a:defPPr>
            <a:lvl1pPr>
              <a:buNone/>
              <a:defRPr sz="1425" b="0">
                <a:solidFill>
                  <a:srgbClr val="173047"/>
                </a:solidFill>
              </a:defRPr>
            </a:lvl1pPr>
            <a:lvl2pPr>
              <a:buNone/>
              <a:defRPr sz="1425" b="0">
                <a:solidFill>
                  <a:srgbClr val="173047"/>
                </a:solidFill>
              </a:defRPr>
            </a:lvl2pPr>
            <a:lvl3pPr>
              <a:buNone/>
              <a:defRPr sz="1425" b="0">
                <a:solidFill>
                  <a:srgbClr val="173047"/>
                </a:solidFill>
              </a:defRPr>
            </a:lvl3pPr>
            <a:lvl4pPr>
              <a:buNone/>
              <a:defRPr sz="1425" b="0">
                <a:solidFill>
                  <a:srgbClr val="173047"/>
                </a:solidFill>
              </a:defRPr>
            </a:lvl4pPr>
            <a:lvl5pPr>
              <a:buNone/>
              <a:defRPr sz="1425" b="0">
                <a:solidFill>
                  <a:srgbClr val="173047"/>
                </a:solidFill>
              </a:defRPr>
            </a:lvl5pPr>
            <a:lvl6pPr>
              <a:buNone/>
              <a:defRPr sz="1425" b="0">
                <a:solidFill>
                  <a:srgbClr val="173047"/>
                </a:solidFill>
              </a:defRPr>
            </a:lvl6pPr>
            <a:lvl7pPr>
              <a:buNone/>
              <a:defRPr sz="1425" b="0">
                <a:solidFill>
                  <a:srgbClr val="173047"/>
                </a:solidFill>
              </a:defRPr>
            </a:lvl7pPr>
            <a:lvl8pPr>
              <a:buNone/>
              <a:defRPr sz="1425" b="0">
                <a:solidFill>
                  <a:srgbClr val="173047"/>
                </a:solidFill>
              </a:defRPr>
            </a:lvl8pPr>
            <a:lvl9pPr>
              <a:buNone/>
              <a:defRPr sz="1425" b="0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73047"/>
                </a:solidFill>
              </a:defRPr>
            </a:pPr>
            <a:r>
              <a:rPr sz="1425" b="0">
                <a:solidFill>
                  <a:srgbClr val="173047"/>
                </a:solidFill>
              </a:rPr>
              <a:t>Returns a dataset class and optional SHAP feature contributions.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8166F-67CA-4CF6-9048-5849BE9A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24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602AA-B3C6-404E-BB2F-D83A1A59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19525"/>
            <a:ext cx="4248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173047"/>
                </a:solidFill>
              </a:defRPr>
            </a:defPPr>
            <a:lvl1pPr>
              <a:buNone/>
              <a:defRPr sz="1425" b="0">
                <a:solidFill>
                  <a:srgbClr val="173047"/>
                </a:solidFill>
              </a:defRPr>
            </a:lvl1pPr>
            <a:lvl2pPr>
              <a:buNone/>
              <a:defRPr sz="1425" b="0">
                <a:solidFill>
                  <a:srgbClr val="173047"/>
                </a:solidFill>
              </a:defRPr>
            </a:lvl2pPr>
            <a:lvl3pPr>
              <a:buNone/>
              <a:defRPr sz="1425" b="0">
                <a:solidFill>
                  <a:srgbClr val="173047"/>
                </a:solidFill>
              </a:defRPr>
            </a:lvl3pPr>
            <a:lvl4pPr>
              <a:buNone/>
              <a:defRPr sz="1425" b="0">
                <a:solidFill>
                  <a:srgbClr val="173047"/>
                </a:solidFill>
              </a:defRPr>
            </a:lvl4pPr>
            <a:lvl5pPr>
              <a:buNone/>
              <a:defRPr sz="1425" b="0">
                <a:solidFill>
                  <a:srgbClr val="173047"/>
                </a:solidFill>
              </a:defRPr>
            </a:lvl5pPr>
            <a:lvl6pPr>
              <a:buNone/>
              <a:defRPr sz="1425" b="0">
                <a:solidFill>
                  <a:srgbClr val="173047"/>
                </a:solidFill>
              </a:defRPr>
            </a:lvl6pPr>
            <a:lvl7pPr>
              <a:buNone/>
              <a:defRPr sz="1425" b="0">
                <a:solidFill>
                  <a:srgbClr val="173047"/>
                </a:solidFill>
              </a:defRPr>
            </a:lvl7pPr>
            <a:lvl8pPr>
              <a:buNone/>
              <a:defRPr sz="1425" b="0">
                <a:solidFill>
                  <a:srgbClr val="173047"/>
                </a:solidFill>
              </a:defRPr>
            </a:lvl8pPr>
            <a:lvl9pPr>
              <a:buNone/>
              <a:defRPr sz="1425" b="0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173047"/>
                </a:solidFill>
              </a:defRPr>
            </a:pPr>
            <a:r>
              <a:rPr sz="1425" b="0">
                <a:solidFill>
                  <a:srgbClr val="173047"/>
                </a:solidFill>
              </a:rPr>
              <a:t>Exposes separate diabetes-survey and engineered ECG API routes.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AE46C-1B90-4799-BD6B-8AC3B3C9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18383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2FD90-5127-4E11-B243-DE12F4C0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1685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0243A"/>
                </a:solidFill>
              </a:defRPr>
            </a:defPPr>
            <a:lvl1pPr>
              <a:buNone/>
              <a:defRPr sz="975" b="1">
                <a:solidFill>
                  <a:srgbClr val="10243A"/>
                </a:solidFill>
              </a:defRPr>
            </a:lvl1pPr>
            <a:lvl2pPr>
              <a:buNone/>
              <a:defRPr sz="975" b="1">
                <a:solidFill>
                  <a:srgbClr val="10243A"/>
                </a:solidFill>
              </a:defRPr>
            </a:lvl2pPr>
            <a:lvl3pPr>
              <a:buNone/>
              <a:defRPr sz="975" b="1">
                <a:solidFill>
                  <a:srgbClr val="10243A"/>
                </a:solidFill>
              </a:defRPr>
            </a:lvl3pPr>
            <a:lvl4pPr>
              <a:buNone/>
              <a:defRPr sz="975" b="1">
                <a:solidFill>
                  <a:srgbClr val="10243A"/>
                </a:solidFill>
              </a:defRPr>
            </a:lvl4pPr>
            <a:lvl5pPr>
              <a:buNone/>
              <a:defRPr sz="975" b="1">
                <a:solidFill>
                  <a:srgbClr val="10243A"/>
                </a:solidFill>
              </a:defRPr>
            </a:lvl5pPr>
            <a:lvl6pPr>
              <a:buNone/>
              <a:defRPr sz="975" b="1">
                <a:solidFill>
                  <a:srgbClr val="10243A"/>
                </a:solidFill>
              </a:defRPr>
            </a:lvl6pPr>
            <a:lvl7pPr>
              <a:buNone/>
              <a:defRPr sz="975" b="1">
                <a:solidFill>
                  <a:srgbClr val="10243A"/>
                </a:solidFill>
              </a:defRPr>
            </a:lvl7pPr>
            <a:lvl8pPr>
              <a:buNone/>
              <a:defRPr sz="975" b="1">
                <a:solidFill>
                  <a:srgbClr val="10243A"/>
                </a:solidFill>
              </a:defRPr>
            </a:lvl8pPr>
            <a:lvl9pPr>
              <a:buNone/>
              <a:defRPr sz="97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0243A"/>
                </a:solidFill>
              </a:defRPr>
            </a:pPr>
            <a:r>
              <a:rPr sz="975" b="1">
                <a:solidFill>
                  <a:srgbClr val="10243A"/>
                </a:solidFill>
              </a:rPr>
              <a:t>Separate model outputs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2922C-F97E-4734-AD81-80887EFE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81550"/>
            <a:ext cx="2266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0EC820-ADE7-4143-8208-18DB3C6E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815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0243A"/>
                </a:solidFill>
              </a:defRPr>
            </a:defPPr>
            <a:lvl1pPr>
              <a:buNone/>
              <a:defRPr sz="975" b="1">
                <a:solidFill>
                  <a:srgbClr val="10243A"/>
                </a:solidFill>
              </a:defRPr>
            </a:lvl1pPr>
            <a:lvl2pPr>
              <a:buNone/>
              <a:defRPr sz="975" b="1">
                <a:solidFill>
                  <a:srgbClr val="10243A"/>
                </a:solidFill>
              </a:defRPr>
            </a:lvl2pPr>
            <a:lvl3pPr>
              <a:buNone/>
              <a:defRPr sz="975" b="1">
                <a:solidFill>
                  <a:srgbClr val="10243A"/>
                </a:solidFill>
              </a:defRPr>
            </a:lvl3pPr>
            <a:lvl4pPr>
              <a:buNone/>
              <a:defRPr sz="975" b="1">
                <a:solidFill>
                  <a:srgbClr val="10243A"/>
                </a:solidFill>
              </a:defRPr>
            </a:lvl4pPr>
            <a:lvl5pPr>
              <a:buNone/>
              <a:defRPr sz="975" b="1">
                <a:solidFill>
                  <a:srgbClr val="10243A"/>
                </a:solidFill>
              </a:defRPr>
            </a:lvl5pPr>
            <a:lvl6pPr>
              <a:buNone/>
              <a:defRPr sz="975" b="1">
                <a:solidFill>
                  <a:srgbClr val="10243A"/>
                </a:solidFill>
              </a:defRPr>
            </a:lvl6pPr>
            <a:lvl7pPr>
              <a:buNone/>
              <a:defRPr sz="975" b="1">
                <a:solidFill>
                  <a:srgbClr val="10243A"/>
                </a:solidFill>
              </a:defRPr>
            </a:lvl7pPr>
            <a:lvl8pPr>
              <a:buNone/>
              <a:defRPr sz="975" b="1">
                <a:solidFill>
                  <a:srgbClr val="10243A"/>
                </a:solidFill>
              </a:defRPr>
            </a:lvl8pPr>
            <a:lvl9pPr>
              <a:buNone/>
              <a:defRPr sz="97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0243A"/>
                </a:solidFill>
              </a:defRPr>
            </a:pPr>
            <a:r>
              <a:rPr sz="975" b="1">
                <a:solidFill>
                  <a:srgbClr val="10243A"/>
                </a:solidFill>
              </a:rPr>
              <a:t>No combined risk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2CB4D-8F09-480C-911E-1EABFADD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D7182"/>
                </a:solidFill>
              </a:defRPr>
            </a:defPPr>
            <a:lvl1pPr>
              <a:buNone/>
              <a:defRPr sz="1350" b="0">
                <a:solidFill>
                  <a:srgbClr val="5D7182"/>
                </a:solidFill>
              </a:defRPr>
            </a:lvl1pPr>
            <a:lvl2pPr>
              <a:buNone/>
              <a:defRPr sz="1350" b="0">
                <a:solidFill>
                  <a:srgbClr val="5D7182"/>
                </a:solidFill>
              </a:defRPr>
            </a:lvl2pPr>
            <a:lvl3pPr>
              <a:buNone/>
              <a:defRPr sz="1350" b="0">
                <a:solidFill>
                  <a:srgbClr val="5D7182"/>
                </a:solidFill>
              </a:defRPr>
            </a:lvl3pPr>
            <a:lvl4pPr>
              <a:buNone/>
              <a:defRPr sz="1350" b="0">
                <a:solidFill>
                  <a:srgbClr val="5D7182"/>
                </a:solidFill>
              </a:defRPr>
            </a:lvl4pPr>
            <a:lvl5pPr>
              <a:buNone/>
              <a:defRPr sz="1350" b="0">
                <a:solidFill>
                  <a:srgbClr val="5D7182"/>
                </a:solidFill>
              </a:defRPr>
            </a:lvl5pPr>
            <a:lvl6pPr>
              <a:buNone/>
              <a:defRPr sz="1350" b="0">
                <a:solidFill>
                  <a:srgbClr val="5D7182"/>
                </a:solidFill>
              </a:defRPr>
            </a:lvl6pPr>
            <a:lvl7pPr>
              <a:buNone/>
              <a:defRPr sz="1350" b="0">
                <a:solidFill>
                  <a:srgbClr val="5D7182"/>
                </a:solidFill>
              </a:defRPr>
            </a:lvl7pPr>
            <a:lvl8pPr>
              <a:buNone/>
              <a:defRPr sz="1350" b="0">
                <a:solidFill>
                  <a:srgbClr val="5D7182"/>
                </a:solidFill>
              </a:defRPr>
            </a:lvl8pPr>
            <a:lvl9pPr>
              <a:buNone/>
              <a:defRPr sz="1350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D7182"/>
                </a:solidFill>
              </a:defRPr>
            </a:pPr>
            <a:r>
              <a:rPr sz="1350" b="0">
                <a:solidFill>
                  <a:srgbClr val="5D7182"/>
                </a:solidFill>
              </a:rPr>
              <a:t>The models use different datasets and are not linked to an individual patient record.</a:t>
            </a:r>
          </a:p>
        </p:txBody>
      </p:sp>
    </p:spTree>
    <p:extLst>
      <p:ext uri="{BB962C8B-B14F-4D97-AF65-F5344CB8AC3E}">
        <p14:creationId xmlns:p14="http://schemas.microsoft.com/office/powerpoint/2010/main" val="2993958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8DEC34-228C-493F-984A-D5E08476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CA6A3"/>
                </a:solidFill>
              </a:defRPr>
            </a:defPPr>
            <a:lvl1pPr>
              <a:buNone/>
              <a:defRPr sz="975" b="1">
                <a:solidFill>
                  <a:srgbClr val="1CA6A3"/>
                </a:solidFill>
              </a:defRPr>
            </a:lvl1pPr>
            <a:lvl2pPr>
              <a:buNone/>
              <a:defRPr sz="975" b="1">
                <a:solidFill>
                  <a:srgbClr val="1CA6A3"/>
                </a:solidFill>
              </a:defRPr>
            </a:lvl2pPr>
            <a:lvl3pPr>
              <a:buNone/>
              <a:defRPr sz="975" b="1">
                <a:solidFill>
                  <a:srgbClr val="1CA6A3"/>
                </a:solidFill>
              </a:defRPr>
            </a:lvl3pPr>
            <a:lvl4pPr>
              <a:buNone/>
              <a:defRPr sz="975" b="1">
                <a:solidFill>
                  <a:srgbClr val="1CA6A3"/>
                </a:solidFill>
              </a:defRPr>
            </a:lvl4pPr>
            <a:lvl5pPr>
              <a:buNone/>
              <a:defRPr sz="975" b="1">
                <a:solidFill>
                  <a:srgbClr val="1CA6A3"/>
                </a:solidFill>
              </a:defRPr>
            </a:lvl5pPr>
            <a:lvl6pPr>
              <a:buNone/>
              <a:defRPr sz="975" b="1">
                <a:solidFill>
                  <a:srgbClr val="1CA6A3"/>
                </a:solidFill>
              </a:defRPr>
            </a:lvl6pPr>
            <a:lvl7pPr>
              <a:buNone/>
              <a:defRPr sz="975" b="1">
                <a:solidFill>
                  <a:srgbClr val="1CA6A3"/>
                </a:solidFill>
              </a:defRPr>
            </a:lvl7pPr>
            <a:lvl8pPr>
              <a:buNone/>
              <a:defRPr sz="975" b="1">
                <a:solidFill>
                  <a:srgbClr val="1CA6A3"/>
                </a:solidFill>
              </a:defRPr>
            </a:lvl8pPr>
            <a:lvl9pPr>
              <a:buNone/>
              <a:defRPr sz="9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CA6A3"/>
                </a:solidFill>
              </a:defRPr>
            </a:pPr>
            <a:r>
              <a:rPr sz="975" b="1">
                <a:solidFill>
                  <a:srgbClr val="1CA6A3"/>
                </a:solidFill>
              </a:rPr>
              <a:t>02  /  HEART ASSESSMENT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E4422-7001-4FA0-97F6-BC8752A1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43A"/>
                </a:solidFill>
              </a:defRPr>
            </a:defPPr>
            <a:lvl1pPr>
              <a:buNone/>
              <a:defRPr sz="2550" b="1">
                <a:solidFill>
                  <a:srgbClr val="10243A"/>
                </a:solidFill>
              </a:defRPr>
            </a:lvl1pPr>
            <a:lvl2pPr>
              <a:buNone/>
              <a:defRPr sz="2550" b="1">
                <a:solidFill>
                  <a:srgbClr val="10243A"/>
                </a:solidFill>
              </a:defRPr>
            </a:lvl2pPr>
            <a:lvl3pPr>
              <a:buNone/>
              <a:defRPr sz="2550" b="1">
                <a:solidFill>
                  <a:srgbClr val="10243A"/>
                </a:solidFill>
              </a:defRPr>
            </a:lvl3pPr>
            <a:lvl4pPr>
              <a:buNone/>
              <a:defRPr sz="2550" b="1">
                <a:solidFill>
                  <a:srgbClr val="10243A"/>
                </a:solidFill>
              </a:defRPr>
            </a:lvl4pPr>
            <a:lvl5pPr>
              <a:buNone/>
              <a:defRPr sz="2550" b="1">
                <a:solidFill>
                  <a:srgbClr val="10243A"/>
                </a:solidFill>
              </a:defRPr>
            </a:lvl5pPr>
            <a:lvl6pPr>
              <a:buNone/>
              <a:defRPr sz="2550" b="1">
                <a:solidFill>
                  <a:srgbClr val="10243A"/>
                </a:solidFill>
              </a:defRPr>
            </a:lvl6pPr>
            <a:lvl7pPr>
              <a:buNone/>
              <a:defRPr sz="2550" b="1">
                <a:solidFill>
                  <a:srgbClr val="10243A"/>
                </a:solidFill>
              </a:defRPr>
            </a:lvl7pPr>
            <a:lvl8pPr>
              <a:buNone/>
              <a:defRPr sz="2550" b="1">
                <a:solidFill>
                  <a:srgbClr val="10243A"/>
                </a:solidFill>
              </a:defRPr>
            </a:lvl8pPr>
            <a:lvl9pPr>
              <a:buNone/>
              <a:defRPr sz="25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From form to model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EA1D2-85A1-4F3B-B8F0-B35D023D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D2DD1-D098-4AA0-A8A8-A3BFF390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CARDIOTWIN AI  •  INDEPENDENT STUDENT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FA788-1134-4691-91D4-445A8DF3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791F7-8046-4AD4-BCF1-4A07BB4C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286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28EB0-47AB-435B-B4D9-391D91A7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CA6A3"/>
                </a:solidFill>
              </a:defRPr>
            </a:defPPr>
            <a:lvl1pPr>
              <a:buNone/>
              <a:defRPr sz="1275" b="1">
                <a:solidFill>
                  <a:srgbClr val="1CA6A3"/>
                </a:solidFill>
              </a:defRPr>
            </a:lvl1pPr>
            <a:lvl2pPr>
              <a:buNone/>
              <a:defRPr sz="1275" b="1">
                <a:solidFill>
                  <a:srgbClr val="1CA6A3"/>
                </a:solidFill>
              </a:defRPr>
            </a:lvl2pPr>
            <a:lvl3pPr>
              <a:buNone/>
              <a:defRPr sz="1275" b="1">
                <a:solidFill>
                  <a:srgbClr val="1CA6A3"/>
                </a:solidFill>
              </a:defRPr>
            </a:lvl3pPr>
            <a:lvl4pPr>
              <a:buNone/>
              <a:defRPr sz="1275" b="1">
                <a:solidFill>
                  <a:srgbClr val="1CA6A3"/>
                </a:solidFill>
              </a:defRPr>
            </a:lvl4pPr>
            <a:lvl5pPr>
              <a:buNone/>
              <a:defRPr sz="1275" b="1">
                <a:solidFill>
                  <a:srgbClr val="1CA6A3"/>
                </a:solidFill>
              </a:defRPr>
            </a:lvl5pPr>
            <a:lvl6pPr>
              <a:buNone/>
              <a:defRPr sz="1275" b="1">
                <a:solidFill>
                  <a:srgbClr val="1CA6A3"/>
                </a:solidFill>
              </a:defRPr>
            </a:lvl6pPr>
            <a:lvl7pPr>
              <a:buNone/>
              <a:defRPr sz="1275" b="1">
                <a:solidFill>
                  <a:srgbClr val="1CA6A3"/>
                </a:solidFill>
              </a:defRPr>
            </a:lvl7pPr>
            <a:lvl8pPr>
              <a:buNone/>
              <a:defRPr sz="1275" b="1">
                <a:solidFill>
                  <a:srgbClr val="1CA6A3"/>
                </a:solidFill>
              </a:defRPr>
            </a:lvl8pPr>
            <a:lvl9pPr>
              <a:buNone/>
              <a:defRPr sz="12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CA6A3"/>
                </a:solidFill>
              </a:defRPr>
            </a:pPr>
            <a:r>
              <a:rPr sz="1275" b="1">
                <a:solidFill>
                  <a:srgbClr val="1CA6A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46501-81B9-4B0E-BD40-B4B71B24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A"/>
                </a:solidFill>
              </a:defRPr>
            </a:defPPr>
            <a:lvl1pPr>
              <a:buNone/>
              <a:defRPr sz="1650" b="1">
                <a:solidFill>
                  <a:srgbClr val="10243A"/>
                </a:solidFill>
              </a:defRPr>
            </a:lvl1pPr>
            <a:lvl2pPr>
              <a:buNone/>
              <a:defRPr sz="1650" b="1">
                <a:solidFill>
                  <a:srgbClr val="10243A"/>
                </a:solidFill>
              </a:defRPr>
            </a:lvl2pPr>
            <a:lvl3pPr>
              <a:buNone/>
              <a:defRPr sz="1650" b="1">
                <a:solidFill>
                  <a:srgbClr val="10243A"/>
                </a:solidFill>
              </a:defRPr>
            </a:lvl3pPr>
            <a:lvl4pPr>
              <a:buNone/>
              <a:defRPr sz="1650" b="1">
                <a:solidFill>
                  <a:srgbClr val="10243A"/>
                </a:solidFill>
              </a:defRPr>
            </a:lvl4pPr>
            <a:lvl5pPr>
              <a:buNone/>
              <a:defRPr sz="1650" b="1">
                <a:solidFill>
                  <a:srgbClr val="10243A"/>
                </a:solidFill>
              </a:defRPr>
            </a:lvl5pPr>
            <a:lvl6pPr>
              <a:buNone/>
              <a:defRPr sz="1650" b="1">
                <a:solidFill>
                  <a:srgbClr val="10243A"/>
                </a:solidFill>
              </a:defRPr>
            </a:lvl6pPr>
            <a:lvl7pPr>
              <a:buNone/>
              <a:defRPr sz="1650" b="1">
                <a:solidFill>
                  <a:srgbClr val="10243A"/>
                </a:solidFill>
              </a:defRPr>
            </a:lvl7pPr>
            <a:lvl8pPr>
              <a:buNone/>
              <a:defRPr sz="1650" b="1">
                <a:solidFill>
                  <a:srgbClr val="10243A"/>
                </a:solidFill>
              </a:defRPr>
            </a:lvl8pPr>
            <a:lvl9pPr>
              <a:buNone/>
              <a:defRPr sz="16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Enter synthetic values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910115-889C-4D8C-AE73-4B5D670A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D7182"/>
                </a:solidFill>
              </a:defRPr>
            </a:defPPr>
            <a:lvl1pPr>
              <a:buNone/>
              <a:defRPr sz="1200" b="0">
                <a:solidFill>
                  <a:srgbClr val="5D7182"/>
                </a:solidFill>
              </a:defRPr>
            </a:lvl1pPr>
            <a:lvl2pPr>
              <a:buNone/>
              <a:defRPr sz="1200" b="0">
                <a:solidFill>
                  <a:srgbClr val="5D7182"/>
                </a:solidFill>
              </a:defRPr>
            </a:lvl2pPr>
            <a:lvl3pPr>
              <a:buNone/>
              <a:defRPr sz="1200" b="0">
                <a:solidFill>
                  <a:srgbClr val="5D7182"/>
                </a:solidFill>
              </a:defRPr>
            </a:lvl3pPr>
            <a:lvl4pPr>
              <a:buNone/>
              <a:defRPr sz="1200" b="0">
                <a:solidFill>
                  <a:srgbClr val="5D7182"/>
                </a:solidFill>
              </a:defRPr>
            </a:lvl4pPr>
            <a:lvl5pPr>
              <a:buNone/>
              <a:defRPr sz="1200" b="0">
                <a:solidFill>
                  <a:srgbClr val="5D7182"/>
                </a:solidFill>
              </a:defRPr>
            </a:lvl5pPr>
            <a:lvl6pPr>
              <a:buNone/>
              <a:defRPr sz="1200" b="0">
                <a:solidFill>
                  <a:srgbClr val="5D7182"/>
                </a:solidFill>
              </a:defRPr>
            </a:lvl6pPr>
            <a:lvl7pPr>
              <a:buNone/>
              <a:defRPr sz="1200" b="0">
                <a:solidFill>
                  <a:srgbClr val="5D7182"/>
                </a:solidFill>
              </a:defRPr>
            </a:lvl7pPr>
            <a:lvl8pPr>
              <a:buNone/>
              <a:defRPr sz="1200" b="0">
                <a:solidFill>
                  <a:srgbClr val="5D7182"/>
                </a:solidFill>
              </a:defRPr>
            </a:lvl8pPr>
            <a:lvl9pPr>
              <a:buNone/>
              <a:defRPr sz="1200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182"/>
                </a:solidFill>
              </a:defRPr>
            </a:pPr>
            <a:r>
              <a:rPr sz="1200" b="0">
                <a:solidFill>
                  <a:srgbClr val="5D7182"/>
                </a:solidFill>
              </a:rPr>
              <a:t>Heart assessment 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0D5D2-043E-468B-85DF-27474904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C716D-05F9-46E8-80EB-A353599E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48000"/>
            <a:ext cx="114300" cy="142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52C16-C2A2-4E32-A9B0-906C3600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2286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86CA5-06E0-4182-97B5-F2E8EBFF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05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CA6A3"/>
                </a:solidFill>
              </a:defRPr>
            </a:defPPr>
            <a:lvl1pPr>
              <a:buNone/>
              <a:defRPr sz="1275" b="1">
                <a:solidFill>
                  <a:srgbClr val="1CA6A3"/>
                </a:solidFill>
              </a:defRPr>
            </a:lvl1pPr>
            <a:lvl2pPr>
              <a:buNone/>
              <a:defRPr sz="1275" b="1">
                <a:solidFill>
                  <a:srgbClr val="1CA6A3"/>
                </a:solidFill>
              </a:defRPr>
            </a:lvl2pPr>
            <a:lvl3pPr>
              <a:buNone/>
              <a:defRPr sz="1275" b="1">
                <a:solidFill>
                  <a:srgbClr val="1CA6A3"/>
                </a:solidFill>
              </a:defRPr>
            </a:lvl3pPr>
            <a:lvl4pPr>
              <a:buNone/>
              <a:defRPr sz="1275" b="1">
                <a:solidFill>
                  <a:srgbClr val="1CA6A3"/>
                </a:solidFill>
              </a:defRPr>
            </a:lvl4pPr>
            <a:lvl5pPr>
              <a:buNone/>
              <a:defRPr sz="1275" b="1">
                <a:solidFill>
                  <a:srgbClr val="1CA6A3"/>
                </a:solidFill>
              </a:defRPr>
            </a:lvl5pPr>
            <a:lvl6pPr>
              <a:buNone/>
              <a:defRPr sz="1275" b="1">
                <a:solidFill>
                  <a:srgbClr val="1CA6A3"/>
                </a:solidFill>
              </a:defRPr>
            </a:lvl6pPr>
            <a:lvl7pPr>
              <a:buNone/>
              <a:defRPr sz="1275" b="1">
                <a:solidFill>
                  <a:srgbClr val="1CA6A3"/>
                </a:solidFill>
              </a:defRPr>
            </a:lvl7pPr>
            <a:lvl8pPr>
              <a:buNone/>
              <a:defRPr sz="1275" b="1">
                <a:solidFill>
                  <a:srgbClr val="1CA6A3"/>
                </a:solidFill>
              </a:defRPr>
            </a:lvl8pPr>
            <a:lvl9pPr>
              <a:buNone/>
              <a:defRPr sz="12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CA6A3"/>
                </a:solidFill>
              </a:defRPr>
            </a:pPr>
            <a:r>
              <a:rPr sz="1275" b="1">
                <a:solidFill>
                  <a:srgbClr val="1CA6A3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C977F-714A-4280-BD12-55B0BA83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A"/>
                </a:solidFill>
              </a:defRPr>
            </a:defPPr>
            <a:lvl1pPr>
              <a:buNone/>
              <a:defRPr sz="1650" b="1">
                <a:solidFill>
                  <a:srgbClr val="10243A"/>
                </a:solidFill>
              </a:defRPr>
            </a:lvl1pPr>
            <a:lvl2pPr>
              <a:buNone/>
              <a:defRPr sz="1650" b="1">
                <a:solidFill>
                  <a:srgbClr val="10243A"/>
                </a:solidFill>
              </a:defRPr>
            </a:lvl2pPr>
            <a:lvl3pPr>
              <a:buNone/>
              <a:defRPr sz="1650" b="1">
                <a:solidFill>
                  <a:srgbClr val="10243A"/>
                </a:solidFill>
              </a:defRPr>
            </a:lvl3pPr>
            <a:lvl4pPr>
              <a:buNone/>
              <a:defRPr sz="1650" b="1">
                <a:solidFill>
                  <a:srgbClr val="10243A"/>
                </a:solidFill>
              </a:defRPr>
            </a:lvl4pPr>
            <a:lvl5pPr>
              <a:buNone/>
              <a:defRPr sz="1650" b="1">
                <a:solidFill>
                  <a:srgbClr val="10243A"/>
                </a:solidFill>
              </a:defRPr>
            </a:lvl5pPr>
            <a:lvl6pPr>
              <a:buNone/>
              <a:defRPr sz="1650" b="1">
                <a:solidFill>
                  <a:srgbClr val="10243A"/>
                </a:solidFill>
              </a:defRPr>
            </a:lvl6pPr>
            <a:lvl7pPr>
              <a:buNone/>
              <a:defRPr sz="1650" b="1">
                <a:solidFill>
                  <a:srgbClr val="10243A"/>
                </a:solidFill>
              </a:defRPr>
            </a:lvl7pPr>
            <a:lvl8pPr>
              <a:buNone/>
              <a:defRPr sz="1650" b="1">
                <a:solidFill>
                  <a:srgbClr val="10243A"/>
                </a:solidFill>
              </a:defRPr>
            </a:lvl8pPr>
            <a:lvl9pPr>
              <a:buNone/>
              <a:defRPr sz="16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Send JSON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3C140-992E-4E64-ACED-DC35799C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95675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D7182"/>
                </a:solidFill>
              </a:defRPr>
            </a:defPPr>
            <a:lvl1pPr>
              <a:buNone/>
              <a:defRPr sz="1200" b="0">
                <a:solidFill>
                  <a:srgbClr val="5D7182"/>
                </a:solidFill>
              </a:defRPr>
            </a:lvl1pPr>
            <a:lvl2pPr>
              <a:buNone/>
              <a:defRPr sz="1200" b="0">
                <a:solidFill>
                  <a:srgbClr val="5D7182"/>
                </a:solidFill>
              </a:defRPr>
            </a:lvl2pPr>
            <a:lvl3pPr>
              <a:buNone/>
              <a:defRPr sz="1200" b="0">
                <a:solidFill>
                  <a:srgbClr val="5D7182"/>
                </a:solidFill>
              </a:defRPr>
            </a:lvl3pPr>
            <a:lvl4pPr>
              <a:buNone/>
              <a:defRPr sz="1200" b="0">
                <a:solidFill>
                  <a:srgbClr val="5D7182"/>
                </a:solidFill>
              </a:defRPr>
            </a:lvl4pPr>
            <a:lvl5pPr>
              <a:buNone/>
              <a:defRPr sz="1200" b="0">
                <a:solidFill>
                  <a:srgbClr val="5D7182"/>
                </a:solidFill>
              </a:defRPr>
            </a:lvl5pPr>
            <a:lvl6pPr>
              <a:buNone/>
              <a:defRPr sz="1200" b="0">
                <a:solidFill>
                  <a:srgbClr val="5D7182"/>
                </a:solidFill>
              </a:defRPr>
            </a:lvl6pPr>
            <a:lvl7pPr>
              <a:buNone/>
              <a:defRPr sz="1200" b="0">
                <a:solidFill>
                  <a:srgbClr val="5D7182"/>
                </a:solidFill>
              </a:defRPr>
            </a:lvl7pPr>
            <a:lvl8pPr>
              <a:buNone/>
              <a:defRPr sz="1200" b="0">
                <a:solidFill>
                  <a:srgbClr val="5D7182"/>
                </a:solidFill>
              </a:defRPr>
            </a:lvl8pPr>
            <a:lvl9pPr>
              <a:buNone/>
              <a:defRPr sz="1200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182"/>
                </a:solidFill>
              </a:defRPr>
            </a:pPr>
            <a:r>
              <a:rPr sz="1200" b="0">
                <a:solidFill>
                  <a:srgbClr val="5D7182"/>
                </a:solidFill>
              </a:rPr>
              <a:t>React/Vite → 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14D26-BE56-4A36-9135-B2F7A3AA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1BC623-22F4-4B35-B831-83F5C034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114300" cy="142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DE4D1-F6A0-40A4-ABC8-F7F9ABE0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2286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498A9-5DA9-42F7-817E-E0E4901A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05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CA6A3"/>
                </a:solidFill>
              </a:defRPr>
            </a:defPPr>
            <a:lvl1pPr>
              <a:buNone/>
              <a:defRPr sz="1275" b="1">
                <a:solidFill>
                  <a:srgbClr val="1CA6A3"/>
                </a:solidFill>
              </a:defRPr>
            </a:lvl1pPr>
            <a:lvl2pPr>
              <a:buNone/>
              <a:defRPr sz="1275" b="1">
                <a:solidFill>
                  <a:srgbClr val="1CA6A3"/>
                </a:solidFill>
              </a:defRPr>
            </a:lvl2pPr>
            <a:lvl3pPr>
              <a:buNone/>
              <a:defRPr sz="1275" b="1">
                <a:solidFill>
                  <a:srgbClr val="1CA6A3"/>
                </a:solidFill>
              </a:defRPr>
            </a:lvl3pPr>
            <a:lvl4pPr>
              <a:buNone/>
              <a:defRPr sz="1275" b="1">
                <a:solidFill>
                  <a:srgbClr val="1CA6A3"/>
                </a:solidFill>
              </a:defRPr>
            </a:lvl4pPr>
            <a:lvl5pPr>
              <a:buNone/>
              <a:defRPr sz="1275" b="1">
                <a:solidFill>
                  <a:srgbClr val="1CA6A3"/>
                </a:solidFill>
              </a:defRPr>
            </a:lvl5pPr>
            <a:lvl6pPr>
              <a:buNone/>
              <a:defRPr sz="1275" b="1">
                <a:solidFill>
                  <a:srgbClr val="1CA6A3"/>
                </a:solidFill>
              </a:defRPr>
            </a:lvl6pPr>
            <a:lvl7pPr>
              <a:buNone/>
              <a:defRPr sz="1275" b="1">
                <a:solidFill>
                  <a:srgbClr val="1CA6A3"/>
                </a:solidFill>
              </a:defRPr>
            </a:lvl7pPr>
            <a:lvl8pPr>
              <a:buNone/>
              <a:defRPr sz="1275" b="1">
                <a:solidFill>
                  <a:srgbClr val="1CA6A3"/>
                </a:solidFill>
              </a:defRPr>
            </a:lvl8pPr>
            <a:lvl9pPr>
              <a:buNone/>
              <a:defRPr sz="12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CA6A3"/>
                </a:solidFill>
              </a:defRPr>
            </a:pPr>
            <a:r>
              <a:rPr sz="1275" b="1">
                <a:solidFill>
                  <a:srgbClr val="1CA6A3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C7AD5D-5C68-4BEA-8160-0241BF6D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A"/>
                </a:solidFill>
              </a:defRPr>
            </a:defPPr>
            <a:lvl1pPr>
              <a:buNone/>
              <a:defRPr sz="1650" b="1">
                <a:solidFill>
                  <a:srgbClr val="10243A"/>
                </a:solidFill>
              </a:defRPr>
            </a:lvl1pPr>
            <a:lvl2pPr>
              <a:buNone/>
              <a:defRPr sz="1650" b="1">
                <a:solidFill>
                  <a:srgbClr val="10243A"/>
                </a:solidFill>
              </a:defRPr>
            </a:lvl2pPr>
            <a:lvl3pPr>
              <a:buNone/>
              <a:defRPr sz="1650" b="1">
                <a:solidFill>
                  <a:srgbClr val="10243A"/>
                </a:solidFill>
              </a:defRPr>
            </a:lvl3pPr>
            <a:lvl4pPr>
              <a:buNone/>
              <a:defRPr sz="1650" b="1">
                <a:solidFill>
                  <a:srgbClr val="10243A"/>
                </a:solidFill>
              </a:defRPr>
            </a:lvl4pPr>
            <a:lvl5pPr>
              <a:buNone/>
              <a:defRPr sz="1650" b="1">
                <a:solidFill>
                  <a:srgbClr val="10243A"/>
                </a:solidFill>
              </a:defRPr>
            </a:lvl5pPr>
            <a:lvl6pPr>
              <a:buNone/>
              <a:defRPr sz="1650" b="1">
                <a:solidFill>
                  <a:srgbClr val="10243A"/>
                </a:solidFill>
              </a:defRPr>
            </a:lvl6pPr>
            <a:lvl7pPr>
              <a:buNone/>
              <a:defRPr sz="1650" b="1">
                <a:solidFill>
                  <a:srgbClr val="10243A"/>
                </a:solidFill>
              </a:defRPr>
            </a:lvl7pPr>
            <a:lvl8pPr>
              <a:buNone/>
              <a:defRPr sz="1650" b="1">
                <a:solidFill>
                  <a:srgbClr val="10243A"/>
                </a:solidFill>
              </a:defRPr>
            </a:lvl8pPr>
            <a:lvl9pPr>
              <a:buNone/>
              <a:defRPr sz="16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Run saved SVC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EC4057-08E6-47B9-9D1D-BB9535C7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95675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D7182"/>
                </a:solidFill>
              </a:defRPr>
            </a:defPPr>
            <a:lvl1pPr>
              <a:buNone/>
              <a:defRPr sz="1200" b="0">
                <a:solidFill>
                  <a:srgbClr val="5D7182"/>
                </a:solidFill>
              </a:defRPr>
            </a:lvl1pPr>
            <a:lvl2pPr>
              <a:buNone/>
              <a:defRPr sz="1200" b="0">
                <a:solidFill>
                  <a:srgbClr val="5D7182"/>
                </a:solidFill>
              </a:defRPr>
            </a:lvl2pPr>
            <a:lvl3pPr>
              <a:buNone/>
              <a:defRPr sz="1200" b="0">
                <a:solidFill>
                  <a:srgbClr val="5D7182"/>
                </a:solidFill>
              </a:defRPr>
            </a:lvl3pPr>
            <a:lvl4pPr>
              <a:buNone/>
              <a:defRPr sz="1200" b="0">
                <a:solidFill>
                  <a:srgbClr val="5D7182"/>
                </a:solidFill>
              </a:defRPr>
            </a:lvl4pPr>
            <a:lvl5pPr>
              <a:buNone/>
              <a:defRPr sz="1200" b="0">
                <a:solidFill>
                  <a:srgbClr val="5D7182"/>
                </a:solidFill>
              </a:defRPr>
            </a:lvl5pPr>
            <a:lvl6pPr>
              <a:buNone/>
              <a:defRPr sz="1200" b="0">
                <a:solidFill>
                  <a:srgbClr val="5D7182"/>
                </a:solidFill>
              </a:defRPr>
            </a:lvl6pPr>
            <a:lvl7pPr>
              <a:buNone/>
              <a:defRPr sz="1200" b="0">
                <a:solidFill>
                  <a:srgbClr val="5D7182"/>
                </a:solidFill>
              </a:defRPr>
            </a:lvl7pPr>
            <a:lvl8pPr>
              <a:buNone/>
              <a:defRPr sz="1200" b="0">
                <a:solidFill>
                  <a:srgbClr val="5D7182"/>
                </a:solidFill>
              </a:defRPr>
            </a:lvl8pPr>
            <a:lvl9pPr>
              <a:buNone/>
              <a:defRPr sz="1200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182"/>
                </a:solidFill>
              </a:defRPr>
            </a:pPr>
            <a:r>
              <a:rPr sz="1200" b="0">
                <a:solidFill>
                  <a:srgbClr val="5D7182"/>
                </a:solidFill>
              </a:rPr>
              <a:t>13 validated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08AE44-E6AE-488B-BB70-13CF03D4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05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3EE48-0357-4F52-B117-016BA588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48000"/>
            <a:ext cx="114300" cy="1428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AF369E-8CC6-42B2-A69E-707FFD05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76450"/>
            <a:ext cx="2286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CC7CFC-F343-45B9-BD3D-3F555FD4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05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CA6A3"/>
                </a:solidFill>
              </a:defRPr>
            </a:defPPr>
            <a:lvl1pPr>
              <a:buNone/>
              <a:defRPr sz="1275" b="1">
                <a:solidFill>
                  <a:srgbClr val="1CA6A3"/>
                </a:solidFill>
              </a:defRPr>
            </a:lvl1pPr>
            <a:lvl2pPr>
              <a:buNone/>
              <a:defRPr sz="1275" b="1">
                <a:solidFill>
                  <a:srgbClr val="1CA6A3"/>
                </a:solidFill>
              </a:defRPr>
            </a:lvl2pPr>
            <a:lvl3pPr>
              <a:buNone/>
              <a:defRPr sz="1275" b="1">
                <a:solidFill>
                  <a:srgbClr val="1CA6A3"/>
                </a:solidFill>
              </a:defRPr>
            </a:lvl3pPr>
            <a:lvl4pPr>
              <a:buNone/>
              <a:defRPr sz="1275" b="1">
                <a:solidFill>
                  <a:srgbClr val="1CA6A3"/>
                </a:solidFill>
              </a:defRPr>
            </a:lvl4pPr>
            <a:lvl5pPr>
              <a:buNone/>
              <a:defRPr sz="1275" b="1">
                <a:solidFill>
                  <a:srgbClr val="1CA6A3"/>
                </a:solidFill>
              </a:defRPr>
            </a:lvl5pPr>
            <a:lvl6pPr>
              <a:buNone/>
              <a:defRPr sz="1275" b="1">
                <a:solidFill>
                  <a:srgbClr val="1CA6A3"/>
                </a:solidFill>
              </a:defRPr>
            </a:lvl6pPr>
            <a:lvl7pPr>
              <a:buNone/>
              <a:defRPr sz="1275" b="1">
                <a:solidFill>
                  <a:srgbClr val="1CA6A3"/>
                </a:solidFill>
              </a:defRPr>
            </a:lvl7pPr>
            <a:lvl8pPr>
              <a:buNone/>
              <a:defRPr sz="1275" b="1">
                <a:solidFill>
                  <a:srgbClr val="1CA6A3"/>
                </a:solidFill>
              </a:defRPr>
            </a:lvl8pPr>
            <a:lvl9pPr>
              <a:buNone/>
              <a:defRPr sz="12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CA6A3"/>
                </a:solidFill>
              </a:defRPr>
            </a:pPr>
            <a:r>
              <a:rPr sz="1275" b="1">
                <a:solidFill>
                  <a:srgbClr val="1CA6A3"/>
                </a:solidFill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017939-B8A4-4B98-A054-A552687C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0243A"/>
                </a:solidFill>
              </a:defRPr>
            </a:defPPr>
            <a:lvl1pPr>
              <a:buNone/>
              <a:defRPr sz="1650" b="1">
                <a:solidFill>
                  <a:srgbClr val="10243A"/>
                </a:solidFill>
              </a:defRPr>
            </a:lvl1pPr>
            <a:lvl2pPr>
              <a:buNone/>
              <a:defRPr sz="1650" b="1">
                <a:solidFill>
                  <a:srgbClr val="10243A"/>
                </a:solidFill>
              </a:defRPr>
            </a:lvl2pPr>
            <a:lvl3pPr>
              <a:buNone/>
              <a:defRPr sz="1650" b="1">
                <a:solidFill>
                  <a:srgbClr val="10243A"/>
                </a:solidFill>
              </a:defRPr>
            </a:lvl3pPr>
            <a:lvl4pPr>
              <a:buNone/>
              <a:defRPr sz="1650" b="1">
                <a:solidFill>
                  <a:srgbClr val="10243A"/>
                </a:solidFill>
              </a:defRPr>
            </a:lvl4pPr>
            <a:lvl5pPr>
              <a:buNone/>
              <a:defRPr sz="1650" b="1">
                <a:solidFill>
                  <a:srgbClr val="10243A"/>
                </a:solidFill>
              </a:defRPr>
            </a:lvl5pPr>
            <a:lvl6pPr>
              <a:buNone/>
              <a:defRPr sz="1650" b="1">
                <a:solidFill>
                  <a:srgbClr val="10243A"/>
                </a:solidFill>
              </a:defRPr>
            </a:lvl6pPr>
            <a:lvl7pPr>
              <a:buNone/>
              <a:defRPr sz="1650" b="1">
                <a:solidFill>
                  <a:srgbClr val="10243A"/>
                </a:solidFill>
              </a:defRPr>
            </a:lvl7pPr>
            <a:lvl8pPr>
              <a:buNone/>
              <a:defRPr sz="1650" b="1">
                <a:solidFill>
                  <a:srgbClr val="10243A"/>
                </a:solidFill>
              </a:defRPr>
            </a:lvl8pPr>
            <a:lvl9pPr>
              <a:buNone/>
              <a:defRPr sz="16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Review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C272D3-B3F9-4F82-B6C4-66AFB5D5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95675"/>
            <a:ext cx="1885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D7182"/>
                </a:solidFill>
              </a:defRPr>
            </a:defPPr>
            <a:lvl1pPr>
              <a:buNone/>
              <a:defRPr sz="1200" b="0">
                <a:solidFill>
                  <a:srgbClr val="5D7182"/>
                </a:solidFill>
              </a:defRPr>
            </a:lvl1pPr>
            <a:lvl2pPr>
              <a:buNone/>
              <a:defRPr sz="1200" b="0">
                <a:solidFill>
                  <a:srgbClr val="5D7182"/>
                </a:solidFill>
              </a:defRPr>
            </a:lvl2pPr>
            <a:lvl3pPr>
              <a:buNone/>
              <a:defRPr sz="1200" b="0">
                <a:solidFill>
                  <a:srgbClr val="5D7182"/>
                </a:solidFill>
              </a:defRPr>
            </a:lvl3pPr>
            <a:lvl4pPr>
              <a:buNone/>
              <a:defRPr sz="1200" b="0">
                <a:solidFill>
                  <a:srgbClr val="5D7182"/>
                </a:solidFill>
              </a:defRPr>
            </a:lvl4pPr>
            <a:lvl5pPr>
              <a:buNone/>
              <a:defRPr sz="1200" b="0">
                <a:solidFill>
                  <a:srgbClr val="5D7182"/>
                </a:solidFill>
              </a:defRPr>
            </a:lvl5pPr>
            <a:lvl6pPr>
              <a:buNone/>
              <a:defRPr sz="1200" b="0">
                <a:solidFill>
                  <a:srgbClr val="5D7182"/>
                </a:solidFill>
              </a:defRPr>
            </a:lvl6pPr>
            <a:lvl7pPr>
              <a:buNone/>
              <a:defRPr sz="1200" b="0">
                <a:solidFill>
                  <a:srgbClr val="5D7182"/>
                </a:solidFill>
              </a:defRPr>
            </a:lvl7pPr>
            <a:lvl8pPr>
              <a:buNone/>
              <a:defRPr sz="1200" b="0">
                <a:solidFill>
                  <a:srgbClr val="5D7182"/>
                </a:solidFill>
              </a:defRPr>
            </a:lvl8pPr>
            <a:lvl9pPr>
              <a:buNone/>
              <a:defRPr sz="1200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182"/>
                </a:solidFill>
              </a:defRPr>
            </a:pPr>
            <a:r>
              <a:rPr sz="1200" b="0">
                <a:solidFill>
                  <a:srgbClr val="5D7182"/>
                </a:solidFill>
              </a:rPr>
              <a:t>Class + optional SHAP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CAF305-0CF3-4653-AD2E-8F163E96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8585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CF13D6-99D7-4838-A366-1C2CD71F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53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43A"/>
                </a:solidFill>
              </a:defRPr>
            </a:defPPr>
            <a:lvl1pPr>
              <a:buNone/>
              <a:defRPr sz="1350" b="1">
                <a:solidFill>
                  <a:srgbClr val="10243A"/>
                </a:solidFill>
              </a:defRPr>
            </a:lvl1pPr>
            <a:lvl2pPr>
              <a:buNone/>
              <a:defRPr sz="1350" b="1">
                <a:solidFill>
                  <a:srgbClr val="10243A"/>
                </a:solidFill>
              </a:defRPr>
            </a:lvl2pPr>
            <a:lvl3pPr>
              <a:buNone/>
              <a:defRPr sz="1350" b="1">
                <a:solidFill>
                  <a:srgbClr val="10243A"/>
                </a:solidFill>
              </a:defRPr>
            </a:lvl3pPr>
            <a:lvl4pPr>
              <a:buNone/>
              <a:defRPr sz="1350" b="1">
                <a:solidFill>
                  <a:srgbClr val="10243A"/>
                </a:solidFill>
              </a:defRPr>
            </a:lvl4pPr>
            <a:lvl5pPr>
              <a:buNone/>
              <a:defRPr sz="1350" b="1">
                <a:solidFill>
                  <a:srgbClr val="10243A"/>
                </a:solidFill>
              </a:defRPr>
            </a:lvl5pPr>
            <a:lvl6pPr>
              <a:buNone/>
              <a:defRPr sz="1350" b="1">
                <a:solidFill>
                  <a:srgbClr val="10243A"/>
                </a:solidFill>
              </a:defRPr>
            </a:lvl6pPr>
            <a:lvl7pPr>
              <a:buNone/>
              <a:defRPr sz="1350" b="1">
                <a:solidFill>
                  <a:srgbClr val="10243A"/>
                </a:solidFill>
              </a:defRPr>
            </a:lvl7pPr>
            <a:lvl8pPr>
              <a:buNone/>
              <a:defRPr sz="1350" b="1">
                <a:solidFill>
                  <a:srgbClr val="10243A"/>
                </a:solidFill>
              </a:defRPr>
            </a:lvl8pPr>
            <a:lvl9pPr>
              <a:buNone/>
              <a:defRPr sz="13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0243A"/>
                </a:solidFill>
              </a:defRPr>
            </a:pPr>
            <a:r>
              <a:rPr sz="1350" b="1">
                <a:solidFill>
                  <a:srgbClr val="10243A"/>
                </a:solidFill>
              </a:rPr>
              <a:t>The heart API returns the original UCI label class. Optional SHAP values explain the model decision score; they are not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9310298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AA97EB-06B5-41AB-945D-FEA21AF5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CA6A3"/>
                </a:solidFill>
              </a:defRPr>
            </a:defPPr>
            <a:lvl1pPr>
              <a:buNone/>
              <a:defRPr sz="975" b="1">
                <a:solidFill>
                  <a:srgbClr val="1CA6A3"/>
                </a:solidFill>
              </a:defRPr>
            </a:lvl1pPr>
            <a:lvl2pPr>
              <a:buNone/>
              <a:defRPr sz="975" b="1">
                <a:solidFill>
                  <a:srgbClr val="1CA6A3"/>
                </a:solidFill>
              </a:defRPr>
            </a:lvl2pPr>
            <a:lvl3pPr>
              <a:buNone/>
              <a:defRPr sz="975" b="1">
                <a:solidFill>
                  <a:srgbClr val="1CA6A3"/>
                </a:solidFill>
              </a:defRPr>
            </a:lvl3pPr>
            <a:lvl4pPr>
              <a:buNone/>
              <a:defRPr sz="975" b="1">
                <a:solidFill>
                  <a:srgbClr val="1CA6A3"/>
                </a:solidFill>
              </a:defRPr>
            </a:lvl4pPr>
            <a:lvl5pPr>
              <a:buNone/>
              <a:defRPr sz="975" b="1">
                <a:solidFill>
                  <a:srgbClr val="1CA6A3"/>
                </a:solidFill>
              </a:defRPr>
            </a:lvl5pPr>
            <a:lvl6pPr>
              <a:buNone/>
              <a:defRPr sz="975" b="1">
                <a:solidFill>
                  <a:srgbClr val="1CA6A3"/>
                </a:solidFill>
              </a:defRPr>
            </a:lvl6pPr>
            <a:lvl7pPr>
              <a:buNone/>
              <a:defRPr sz="975" b="1">
                <a:solidFill>
                  <a:srgbClr val="1CA6A3"/>
                </a:solidFill>
              </a:defRPr>
            </a:lvl7pPr>
            <a:lvl8pPr>
              <a:buNone/>
              <a:defRPr sz="975" b="1">
                <a:solidFill>
                  <a:srgbClr val="1CA6A3"/>
                </a:solidFill>
              </a:defRPr>
            </a:lvl8pPr>
            <a:lvl9pPr>
              <a:buNone/>
              <a:defRPr sz="9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CA6A3"/>
                </a:solidFill>
              </a:defRPr>
            </a:pPr>
            <a:r>
              <a:rPr sz="975" b="1">
                <a:solidFill>
                  <a:srgbClr val="1CA6A3"/>
                </a:solidFill>
              </a:rPr>
              <a:t>03  / 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14840-4983-4365-8B41-5C6EB72D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43A"/>
                </a:solidFill>
              </a:defRPr>
            </a:defPPr>
            <a:lvl1pPr>
              <a:buNone/>
              <a:defRPr sz="2550" b="1">
                <a:solidFill>
                  <a:srgbClr val="10243A"/>
                </a:solidFill>
              </a:defRPr>
            </a:lvl1pPr>
            <a:lvl2pPr>
              <a:buNone/>
              <a:defRPr sz="2550" b="1">
                <a:solidFill>
                  <a:srgbClr val="10243A"/>
                </a:solidFill>
              </a:defRPr>
            </a:lvl2pPr>
            <a:lvl3pPr>
              <a:buNone/>
              <a:defRPr sz="2550" b="1">
                <a:solidFill>
                  <a:srgbClr val="10243A"/>
                </a:solidFill>
              </a:defRPr>
            </a:lvl3pPr>
            <a:lvl4pPr>
              <a:buNone/>
              <a:defRPr sz="2550" b="1">
                <a:solidFill>
                  <a:srgbClr val="10243A"/>
                </a:solidFill>
              </a:defRPr>
            </a:lvl4pPr>
            <a:lvl5pPr>
              <a:buNone/>
              <a:defRPr sz="2550" b="1">
                <a:solidFill>
                  <a:srgbClr val="10243A"/>
                </a:solidFill>
              </a:defRPr>
            </a:lvl5pPr>
            <a:lvl6pPr>
              <a:buNone/>
              <a:defRPr sz="2550" b="1">
                <a:solidFill>
                  <a:srgbClr val="10243A"/>
                </a:solidFill>
              </a:defRPr>
            </a:lvl6pPr>
            <a:lvl7pPr>
              <a:buNone/>
              <a:defRPr sz="2550" b="1">
                <a:solidFill>
                  <a:srgbClr val="10243A"/>
                </a:solidFill>
              </a:defRPr>
            </a:lvl7pPr>
            <a:lvl8pPr>
              <a:buNone/>
              <a:defRPr sz="2550" b="1">
                <a:solidFill>
                  <a:srgbClr val="10243A"/>
                </a:solidFill>
              </a:defRPr>
            </a:lvl8pPr>
            <a:lvl9pPr>
              <a:buNone/>
              <a:defRPr sz="25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F2FA4-0954-4E6B-A9AB-195C477F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2C6B7-A10B-4BAF-8038-B5A4FBBB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CARDIOTWIN AI  •  INDEPENDENT STUDENT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D1E97-8559-4FBD-991B-5BF6B65F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63662-4CE0-44B3-BBEF-AEB181CC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8DE98-5153-4F96-B9FF-59D37642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CA6A3"/>
                </a:solidFill>
              </a:defRPr>
            </a:defPPr>
            <a:lvl1pPr>
              <a:buNone/>
              <a:defRPr sz="975" b="1">
                <a:solidFill>
                  <a:srgbClr val="1CA6A3"/>
                </a:solidFill>
              </a:defRPr>
            </a:lvl1pPr>
            <a:lvl2pPr>
              <a:buNone/>
              <a:defRPr sz="975" b="1">
                <a:solidFill>
                  <a:srgbClr val="1CA6A3"/>
                </a:solidFill>
              </a:defRPr>
            </a:lvl2pPr>
            <a:lvl3pPr>
              <a:buNone/>
              <a:defRPr sz="975" b="1">
                <a:solidFill>
                  <a:srgbClr val="1CA6A3"/>
                </a:solidFill>
              </a:defRPr>
            </a:lvl3pPr>
            <a:lvl4pPr>
              <a:buNone/>
              <a:defRPr sz="975" b="1">
                <a:solidFill>
                  <a:srgbClr val="1CA6A3"/>
                </a:solidFill>
              </a:defRPr>
            </a:lvl4pPr>
            <a:lvl5pPr>
              <a:buNone/>
              <a:defRPr sz="975" b="1">
                <a:solidFill>
                  <a:srgbClr val="1CA6A3"/>
                </a:solidFill>
              </a:defRPr>
            </a:lvl5pPr>
            <a:lvl6pPr>
              <a:buNone/>
              <a:defRPr sz="975" b="1">
                <a:solidFill>
                  <a:srgbClr val="1CA6A3"/>
                </a:solidFill>
              </a:defRPr>
            </a:lvl6pPr>
            <a:lvl7pPr>
              <a:buNone/>
              <a:defRPr sz="975" b="1">
                <a:solidFill>
                  <a:srgbClr val="1CA6A3"/>
                </a:solidFill>
              </a:defRPr>
            </a:lvl7pPr>
            <a:lvl8pPr>
              <a:buNone/>
              <a:defRPr sz="975" b="1">
                <a:solidFill>
                  <a:srgbClr val="1CA6A3"/>
                </a:solidFill>
              </a:defRPr>
            </a:lvl8pPr>
            <a:lvl9pPr>
              <a:buNone/>
              <a:defRPr sz="9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CA6A3"/>
                </a:solidFill>
              </a:defRPr>
            </a:pPr>
            <a:r>
              <a:rPr sz="975" b="1">
                <a:solidFill>
                  <a:srgbClr val="1CA6A3"/>
                </a:solidFill>
              </a:rPr>
              <a:t>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AAD85B-49FB-4E9B-81ED-78615807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0243A"/>
                </a:solidFill>
              </a:defRPr>
            </a:defPPr>
            <a:lvl1pPr>
              <a:buNone/>
              <a:defRPr sz="1575" b="1">
                <a:solidFill>
                  <a:srgbClr val="10243A"/>
                </a:solidFill>
              </a:defRPr>
            </a:lvl1pPr>
            <a:lvl2pPr>
              <a:buNone/>
              <a:defRPr sz="1575" b="1">
                <a:solidFill>
                  <a:srgbClr val="10243A"/>
                </a:solidFill>
              </a:defRPr>
            </a:lvl2pPr>
            <a:lvl3pPr>
              <a:buNone/>
              <a:defRPr sz="1575" b="1">
                <a:solidFill>
                  <a:srgbClr val="10243A"/>
                </a:solidFill>
              </a:defRPr>
            </a:lvl3pPr>
            <a:lvl4pPr>
              <a:buNone/>
              <a:defRPr sz="1575" b="1">
                <a:solidFill>
                  <a:srgbClr val="10243A"/>
                </a:solidFill>
              </a:defRPr>
            </a:lvl4pPr>
            <a:lvl5pPr>
              <a:buNone/>
              <a:defRPr sz="1575" b="1">
                <a:solidFill>
                  <a:srgbClr val="10243A"/>
                </a:solidFill>
              </a:defRPr>
            </a:lvl5pPr>
            <a:lvl6pPr>
              <a:buNone/>
              <a:defRPr sz="1575" b="1">
                <a:solidFill>
                  <a:srgbClr val="10243A"/>
                </a:solidFill>
              </a:defRPr>
            </a:lvl6pPr>
            <a:lvl7pPr>
              <a:buNone/>
              <a:defRPr sz="1575" b="1">
                <a:solidFill>
                  <a:srgbClr val="10243A"/>
                </a:solidFill>
              </a:defRPr>
            </a:lvl7pPr>
            <a:lvl8pPr>
              <a:buNone/>
              <a:defRPr sz="1575" b="1">
                <a:solidFill>
                  <a:srgbClr val="10243A"/>
                </a:solidFill>
              </a:defRPr>
            </a:lvl8pPr>
            <a:lvl9pPr>
              <a:buNone/>
              <a:defRPr sz="157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10243A"/>
                </a:solidFill>
              </a:defRPr>
            </a:pPr>
            <a:r>
              <a:rPr sz="1575" b="1">
                <a:solidFill>
                  <a:srgbClr val="10243A"/>
                </a:solidFill>
              </a:rPr>
              <a:t>Synthetic demo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F6AED-BD68-40A8-80EA-B71A6B66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051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51DC4-1528-468F-AAA3-DDFF36AE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38450"/>
            <a:ext cx="1143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3CC64-096F-42FF-8634-C89CCFE8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145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86E45-140B-49E4-A619-B2578AB3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CA6A3"/>
                </a:solidFill>
              </a:defRPr>
            </a:defPPr>
            <a:lvl1pPr>
              <a:buNone/>
              <a:defRPr sz="975" b="1">
                <a:solidFill>
                  <a:srgbClr val="1CA6A3"/>
                </a:solidFill>
              </a:defRPr>
            </a:lvl1pPr>
            <a:lvl2pPr>
              <a:buNone/>
              <a:defRPr sz="975" b="1">
                <a:solidFill>
                  <a:srgbClr val="1CA6A3"/>
                </a:solidFill>
              </a:defRPr>
            </a:lvl2pPr>
            <a:lvl3pPr>
              <a:buNone/>
              <a:defRPr sz="975" b="1">
                <a:solidFill>
                  <a:srgbClr val="1CA6A3"/>
                </a:solidFill>
              </a:defRPr>
            </a:lvl3pPr>
            <a:lvl4pPr>
              <a:buNone/>
              <a:defRPr sz="975" b="1">
                <a:solidFill>
                  <a:srgbClr val="1CA6A3"/>
                </a:solidFill>
              </a:defRPr>
            </a:lvl4pPr>
            <a:lvl5pPr>
              <a:buNone/>
              <a:defRPr sz="975" b="1">
                <a:solidFill>
                  <a:srgbClr val="1CA6A3"/>
                </a:solidFill>
              </a:defRPr>
            </a:lvl5pPr>
            <a:lvl6pPr>
              <a:buNone/>
              <a:defRPr sz="975" b="1">
                <a:solidFill>
                  <a:srgbClr val="1CA6A3"/>
                </a:solidFill>
              </a:defRPr>
            </a:lvl6pPr>
            <a:lvl7pPr>
              <a:buNone/>
              <a:defRPr sz="975" b="1">
                <a:solidFill>
                  <a:srgbClr val="1CA6A3"/>
                </a:solidFill>
              </a:defRPr>
            </a:lvl7pPr>
            <a:lvl8pPr>
              <a:buNone/>
              <a:defRPr sz="975" b="1">
                <a:solidFill>
                  <a:srgbClr val="1CA6A3"/>
                </a:solidFill>
              </a:defRPr>
            </a:lvl8pPr>
            <a:lvl9pPr>
              <a:buNone/>
              <a:defRPr sz="9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CA6A3"/>
                </a:solidFill>
              </a:defRPr>
            </a:pPr>
            <a:r>
              <a:rPr sz="975" b="1">
                <a:solidFill>
                  <a:srgbClr val="1CA6A3"/>
                </a:solidFill>
              </a:rPr>
              <a:t>VERCEL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3094F-ADC1-4B38-82BB-236CD5A1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241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0243A"/>
                </a:solidFill>
              </a:defRPr>
            </a:defPPr>
            <a:lvl1pPr>
              <a:buNone/>
              <a:defRPr sz="1575" b="1">
                <a:solidFill>
                  <a:srgbClr val="10243A"/>
                </a:solidFill>
              </a:defRPr>
            </a:lvl1pPr>
            <a:lvl2pPr>
              <a:buNone/>
              <a:defRPr sz="1575" b="1">
                <a:solidFill>
                  <a:srgbClr val="10243A"/>
                </a:solidFill>
              </a:defRPr>
            </a:lvl2pPr>
            <a:lvl3pPr>
              <a:buNone/>
              <a:defRPr sz="1575" b="1">
                <a:solidFill>
                  <a:srgbClr val="10243A"/>
                </a:solidFill>
              </a:defRPr>
            </a:lvl3pPr>
            <a:lvl4pPr>
              <a:buNone/>
              <a:defRPr sz="1575" b="1">
                <a:solidFill>
                  <a:srgbClr val="10243A"/>
                </a:solidFill>
              </a:defRPr>
            </a:lvl4pPr>
            <a:lvl5pPr>
              <a:buNone/>
              <a:defRPr sz="1575" b="1">
                <a:solidFill>
                  <a:srgbClr val="10243A"/>
                </a:solidFill>
              </a:defRPr>
            </a:lvl5pPr>
            <a:lvl6pPr>
              <a:buNone/>
              <a:defRPr sz="1575" b="1">
                <a:solidFill>
                  <a:srgbClr val="10243A"/>
                </a:solidFill>
              </a:defRPr>
            </a:lvl6pPr>
            <a:lvl7pPr>
              <a:buNone/>
              <a:defRPr sz="1575" b="1">
                <a:solidFill>
                  <a:srgbClr val="10243A"/>
                </a:solidFill>
              </a:defRPr>
            </a:lvl7pPr>
            <a:lvl8pPr>
              <a:buNone/>
              <a:defRPr sz="1575" b="1">
                <a:solidFill>
                  <a:srgbClr val="10243A"/>
                </a:solidFill>
              </a:defRPr>
            </a:lvl8pPr>
            <a:lvl9pPr>
              <a:buNone/>
              <a:defRPr sz="157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10243A"/>
                </a:solidFill>
              </a:defRPr>
            </a:pPr>
            <a:r>
              <a:rPr sz="1575" b="1">
                <a:solidFill>
                  <a:srgbClr val="10243A"/>
                </a:solidFill>
              </a:rPr>
              <a:t>React + Vite website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D5C02-8980-4757-91E1-823DEF9E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9051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D908A-9B13-4A30-9CA9-4C82D4DC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1143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63C0D-71F5-41AD-85D2-57A8800E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1024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78924-A717-43B6-86FE-AFE226BE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D2CB"/>
                </a:solidFill>
              </a:defRPr>
            </a:defPPr>
            <a:lvl1pPr>
              <a:buNone/>
              <a:defRPr sz="975" b="1">
                <a:solidFill>
                  <a:srgbClr val="73D2CB"/>
                </a:solidFill>
              </a:defRPr>
            </a:lvl1pPr>
            <a:lvl2pPr>
              <a:buNone/>
              <a:defRPr sz="975" b="1">
                <a:solidFill>
                  <a:srgbClr val="73D2CB"/>
                </a:solidFill>
              </a:defRPr>
            </a:lvl2pPr>
            <a:lvl3pPr>
              <a:buNone/>
              <a:defRPr sz="975" b="1">
                <a:solidFill>
                  <a:srgbClr val="73D2CB"/>
                </a:solidFill>
              </a:defRPr>
            </a:lvl3pPr>
            <a:lvl4pPr>
              <a:buNone/>
              <a:defRPr sz="975" b="1">
                <a:solidFill>
                  <a:srgbClr val="73D2CB"/>
                </a:solidFill>
              </a:defRPr>
            </a:lvl4pPr>
            <a:lvl5pPr>
              <a:buNone/>
              <a:defRPr sz="975" b="1">
                <a:solidFill>
                  <a:srgbClr val="73D2CB"/>
                </a:solidFill>
              </a:defRPr>
            </a:lvl5pPr>
            <a:lvl6pPr>
              <a:buNone/>
              <a:defRPr sz="975" b="1">
                <a:solidFill>
                  <a:srgbClr val="73D2CB"/>
                </a:solidFill>
              </a:defRPr>
            </a:lvl6pPr>
            <a:lvl7pPr>
              <a:buNone/>
              <a:defRPr sz="975" b="1">
                <a:solidFill>
                  <a:srgbClr val="73D2CB"/>
                </a:solidFill>
              </a:defRPr>
            </a:lvl7pPr>
            <a:lvl8pPr>
              <a:buNone/>
              <a:defRPr sz="975" b="1">
                <a:solidFill>
                  <a:srgbClr val="73D2CB"/>
                </a:solidFill>
              </a:defRPr>
            </a:lvl8pPr>
            <a:lvl9pPr>
              <a:buNone/>
              <a:defRPr sz="975" b="1">
                <a:solidFill>
                  <a:srgbClr val="73D2C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73D2CB"/>
                </a:solidFill>
              </a:defRPr>
            </a:pPr>
            <a:r>
              <a:rPr sz="975" b="1">
                <a:solidFill>
                  <a:srgbClr val="73D2CB"/>
                </a:solidFill>
              </a:rPr>
              <a:t>RENDER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F332C-A562-46D8-8B9E-7F5301FF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  <a:lvl1pPr>
              <a:buNone/>
              <a:defRPr sz="1575" b="1">
                <a:solidFill>
                  <a:srgbClr val="FFFFFF"/>
                </a:solidFill>
              </a:defRPr>
            </a:lvl1pPr>
            <a:lvl2pPr>
              <a:buNone/>
              <a:defRPr sz="1575" b="1">
                <a:solidFill>
                  <a:srgbClr val="FFFFFF"/>
                </a:solidFill>
              </a:defRPr>
            </a:lvl2pPr>
            <a:lvl3pPr>
              <a:buNone/>
              <a:defRPr sz="1575" b="1">
                <a:solidFill>
                  <a:srgbClr val="FFFFFF"/>
                </a:solidFill>
              </a:defRPr>
            </a:lvl3pPr>
            <a:lvl4pPr>
              <a:buNone/>
              <a:defRPr sz="1575" b="1">
                <a:solidFill>
                  <a:srgbClr val="FFFFFF"/>
                </a:solidFill>
              </a:defRPr>
            </a:lvl4pPr>
            <a:lvl5pPr>
              <a:buNone/>
              <a:defRPr sz="1575" b="1">
                <a:solidFill>
                  <a:srgbClr val="FFFFFF"/>
                </a:solidFill>
              </a:defRPr>
            </a:lvl5pPr>
            <a:lvl6pPr>
              <a:buNone/>
              <a:defRPr sz="1575" b="1">
                <a:solidFill>
                  <a:srgbClr val="FFFFFF"/>
                </a:solidFill>
              </a:defRPr>
            </a:lvl6pPr>
            <a:lvl7pPr>
              <a:buNone/>
              <a:defRPr sz="1575" b="1">
                <a:solidFill>
                  <a:srgbClr val="FFFFFF"/>
                </a:solidFill>
              </a:defRPr>
            </a:lvl7pPr>
            <a:lvl8pPr>
              <a:buNone/>
              <a:defRPr sz="1575" b="1">
                <a:solidFill>
                  <a:srgbClr val="FFFFFF"/>
                </a:solidFill>
              </a:defRPr>
            </a:lvl8pPr>
            <a:lvl9pPr>
              <a:buNone/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FastAPI / Uvicorn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06A77-993F-4E0D-85C0-67C3D34B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05125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B97AA-847C-4070-B0CB-59A6FF46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38450"/>
            <a:ext cx="11430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94B279-79A4-41F2-8F8B-0D74FA97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145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7BB57A-6FDC-453E-A1E7-ACCFC9A4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CA6A3"/>
                </a:solidFill>
              </a:defRPr>
            </a:defPPr>
            <a:lvl1pPr>
              <a:buNone/>
              <a:defRPr sz="975" b="1">
                <a:solidFill>
                  <a:srgbClr val="1CA6A3"/>
                </a:solidFill>
              </a:defRPr>
            </a:lvl1pPr>
            <a:lvl2pPr>
              <a:buNone/>
              <a:defRPr sz="975" b="1">
                <a:solidFill>
                  <a:srgbClr val="1CA6A3"/>
                </a:solidFill>
              </a:defRPr>
            </a:lvl2pPr>
            <a:lvl3pPr>
              <a:buNone/>
              <a:defRPr sz="975" b="1">
                <a:solidFill>
                  <a:srgbClr val="1CA6A3"/>
                </a:solidFill>
              </a:defRPr>
            </a:lvl3pPr>
            <a:lvl4pPr>
              <a:buNone/>
              <a:defRPr sz="975" b="1">
                <a:solidFill>
                  <a:srgbClr val="1CA6A3"/>
                </a:solidFill>
              </a:defRPr>
            </a:lvl4pPr>
            <a:lvl5pPr>
              <a:buNone/>
              <a:defRPr sz="975" b="1">
                <a:solidFill>
                  <a:srgbClr val="1CA6A3"/>
                </a:solidFill>
              </a:defRPr>
            </a:lvl5pPr>
            <a:lvl6pPr>
              <a:buNone/>
              <a:defRPr sz="975" b="1">
                <a:solidFill>
                  <a:srgbClr val="1CA6A3"/>
                </a:solidFill>
              </a:defRPr>
            </a:lvl6pPr>
            <a:lvl7pPr>
              <a:buNone/>
              <a:defRPr sz="975" b="1">
                <a:solidFill>
                  <a:srgbClr val="1CA6A3"/>
                </a:solidFill>
              </a:defRPr>
            </a:lvl7pPr>
            <a:lvl8pPr>
              <a:buNone/>
              <a:defRPr sz="975" b="1">
                <a:solidFill>
                  <a:srgbClr val="1CA6A3"/>
                </a:solidFill>
              </a:defRPr>
            </a:lvl8pPr>
            <a:lvl9pPr>
              <a:buNone/>
              <a:defRPr sz="9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CA6A3"/>
                </a:solidFill>
              </a:defRPr>
            </a:pPr>
            <a:r>
              <a:rPr sz="975" b="1">
                <a:solidFill>
                  <a:srgbClr val="1CA6A3"/>
                </a:solidFill>
              </a:rPr>
              <a:t>SVC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A0061F-84D1-4F54-B5BC-5C82B384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241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0243A"/>
                </a:solidFill>
              </a:defRPr>
            </a:defPPr>
            <a:lvl1pPr>
              <a:buNone/>
              <a:defRPr sz="1575" b="1">
                <a:solidFill>
                  <a:srgbClr val="10243A"/>
                </a:solidFill>
              </a:defRPr>
            </a:lvl1pPr>
            <a:lvl2pPr>
              <a:buNone/>
              <a:defRPr sz="1575" b="1">
                <a:solidFill>
                  <a:srgbClr val="10243A"/>
                </a:solidFill>
              </a:defRPr>
            </a:lvl2pPr>
            <a:lvl3pPr>
              <a:buNone/>
              <a:defRPr sz="1575" b="1">
                <a:solidFill>
                  <a:srgbClr val="10243A"/>
                </a:solidFill>
              </a:defRPr>
            </a:lvl3pPr>
            <a:lvl4pPr>
              <a:buNone/>
              <a:defRPr sz="1575" b="1">
                <a:solidFill>
                  <a:srgbClr val="10243A"/>
                </a:solidFill>
              </a:defRPr>
            </a:lvl4pPr>
            <a:lvl5pPr>
              <a:buNone/>
              <a:defRPr sz="1575" b="1">
                <a:solidFill>
                  <a:srgbClr val="10243A"/>
                </a:solidFill>
              </a:defRPr>
            </a:lvl5pPr>
            <a:lvl6pPr>
              <a:buNone/>
              <a:defRPr sz="1575" b="1">
                <a:solidFill>
                  <a:srgbClr val="10243A"/>
                </a:solidFill>
              </a:defRPr>
            </a:lvl6pPr>
            <a:lvl7pPr>
              <a:buNone/>
              <a:defRPr sz="1575" b="1">
                <a:solidFill>
                  <a:srgbClr val="10243A"/>
                </a:solidFill>
              </a:defRPr>
            </a:lvl7pPr>
            <a:lvl8pPr>
              <a:buNone/>
              <a:defRPr sz="1575" b="1">
                <a:solidFill>
                  <a:srgbClr val="10243A"/>
                </a:solidFill>
              </a:defRPr>
            </a:lvl8pPr>
            <a:lvl9pPr>
              <a:buNone/>
              <a:defRPr sz="157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10243A"/>
                </a:solidFill>
              </a:defRPr>
            </a:pPr>
            <a:r>
              <a:rPr sz="1575" b="1">
                <a:solidFill>
                  <a:srgbClr val="10243A"/>
                </a:solidFill>
              </a:rPr>
              <a:t>Saved heart pipeline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C4CD4B-FB74-439C-9974-9021B6D2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14825"/>
            <a:ext cx="23241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76D10-952D-49EB-8C28-F18DA122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48175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1CA6A3"/>
                </a:solidFill>
              </a:defRPr>
            </a:defPPr>
            <a:lvl1pPr>
              <a:buNone/>
              <a:defRPr sz="900" b="1">
                <a:solidFill>
                  <a:srgbClr val="1CA6A3"/>
                </a:solidFill>
              </a:defRPr>
            </a:lvl1pPr>
            <a:lvl2pPr>
              <a:buNone/>
              <a:defRPr sz="900" b="1">
                <a:solidFill>
                  <a:srgbClr val="1CA6A3"/>
                </a:solidFill>
              </a:defRPr>
            </a:lvl2pPr>
            <a:lvl3pPr>
              <a:buNone/>
              <a:defRPr sz="900" b="1">
                <a:solidFill>
                  <a:srgbClr val="1CA6A3"/>
                </a:solidFill>
              </a:defRPr>
            </a:lvl3pPr>
            <a:lvl4pPr>
              <a:buNone/>
              <a:defRPr sz="900" b="1">
                <a:solidFill>
                  <a:srgbClr val="1CA6A3"/>
                </a:solidFill>
              </a:defRPr>
            </a:lvl4pPr>
            <a:lvl5pPr>
              <a:buNone/>
              <a:defRPr sz="900" b="1">
                <a:solidFill>
                  <a:srgbClr val="1CA6A3"/>
                </a:solidFill>
              </a:defRPr>
            </a:lvl5pPr>
            <a:lvl6pPr>
              <a:buNone/>
              <a:defRPr sz="900" b="1">
                <a:solidFill>
                  <a:srgbClr val="1CA6A3"/>
                </a:solidFill>
              </a:defRPr>
            </a:lvl6pPr>
            <a:lvl7pPr>
              <a:buNone/>
              <a:defRPr sz="900" b="1">
                <a:solidFill>
                  <a:srgbClr val="1CA6A3"/>
                </a:solidFill>
              </a:defRPr>
            </a:lvl7pPr>
            <a:lvl8pPr>
              <a:buNone/>
              <a:defRPr sz="900" b="1">
                <a:solidFill>
                  <a:srgbClr val="1CA6A3"/>
                </a:solidFill>
              </a:defRPr>
            </a:lvl8pPr>
            <a:lvl9pPr>
              <a:buNone/>
              <a:defRPr sz="900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1CA6A3"/>
                </a:solidFill>
              </a:defRPr>
            </a:pPr>
            <a:r>
              <a:rPr sz="900" b="1">
                <a:solidFill>
                  <a:srgbClr val="1CA6A3"/>
                </a:solidFill>
              </a:rPr>
              <a:t>OPTIONAL EXPLANATION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87F0AD-7646-4BCF-8F87-13002DC8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33925"/>
            <a:ext cx="195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43A"/>
                </a:solidFill>
              </a:defRPr>
            </a:defPPr>
            <a:lvl1pPr>
              <a:buNone/>
              <a:defRPr sz="1275" b="1">
                <a:solidFill>
                  <a:srgbClr val="10243A"/>
                </a:solidFill>
              </a:defRPr>
            </a:lvl1pPr>
            <a:lvl2pPr>
              <a:buNone/>
              <a:defRPr sz="1275" b="1">
                <a:solidFill>
                  <a:srgbClr val="10243A"/>
                </a:solidFill>
              </a:defRPr>
            </a:lvl2pPr>
            <a:lvl3pPr>
              <a:buNone/>
              <a:defRPr sz="1275" b="1">
                <a:solidFill>
                  <a:srgbClr val="10243A"/>
                </a:solidFill>
              </a:defRPr>
            </a:lvl3pPr>
            <a:lvl4pPr>
              <a:buNone/>
              <a:defRPr sz="1275" b="1">
                <a:solidFill>
                  <a:srgbClr val="10243A"/>
                </a:solidFill>
              </a:defRPr>
            </a:lvl4pPr>
            <a:lvl5pPr>
              <a:buNone/>
              <a:defRPr sz="1275" b="1">
                <a:solidFill>
                  <a:srgbClr val="10243A"/>
                </a:solidFill>
              </a:defRPr>
            </a:lvl5pPr>
            <a:lvl6pPr>
              <a:buNone/>
              <a:defRPr sz="1275" b="1">
                <a:solidFill>
                  <a:srgbClr val="10243A"/>
                </a:solidFill>
              </a:defRPr>
            </a:lvl6pPr>
            <a:lvl7pPr>
              <a:buNone/>
              <a:defRPr sz="1275" b="1">
                <a:solidFill>
                  <a:srgbClr val="10243A"/>
                </a:solidFill>
              </a:defRPr>
            </a:lvl7pPr>
            <a:lvl8pPr>
              <a:buNone/>
              <a:defRPr sz="1275" b="1">
                <a:solidFill>
                  <a:srgbClr val="10243A"/>
                </a:solidFill>
              </a:defRPr>
            </a:lvl8pPr>
            <a:lvl9pPr>
              <a:buNone/>
              <a:defRPr sz="127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0243A"/>
                </a:solidFill>
              </a:defRPr>
            </a:pPr>
            <a:r>
              <a:rPr sz="1275" b="1">
                <a:solidFill>
                  <a:srgbClr val="10243A"/>
                </a:solidFill>
              </a:rPr>
              <a:t>Kernel SHAP + Cleveland background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A7C711-0C7A-4E7A-8BD4-5175685B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14825"/>
            <a:ext cx="2667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6CEC9-9DFB-4B65-8597-37C45EF7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481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1">
                <a:solidFill>
                  <a:srgbClr val="5F8FD4"/>
                </a:solidFill>
              </a:defRPr>
            </a:defPPr>
            <a:lvl1pPr>
              <a:buNone/>
              <a:defRPr sz="900" b="1">
                <a:solidFill>
                  <a:srgbClr val="5F8FD4"/>
                </a:solidFill>
              </a:defRPr>
            </a:lvl1pPr>
            <a:lvl2pPr>
              <a:buNone/>
              <a:defRPr sz="900" b="1">
                <a:solidFill>
                  <a:srgbClr val="5F8FD4"/>
                </a:solidFill>
              </a:defRPr>
            </a:lvl2pPr>
            <a:lvl3pPr>
              <a:buNone/>
              <a:defRPr sz="900" b="1">
                <a:solidFill>
                  <a:srgbClr val="5F8FD4"/>
                </a:solidFill>
              </a:defRPr>
            </a:lvl3pPr>
            <a:lvl4pPr>
              <a:buNone/>
              <a:defRPr sz="900" b="1">
                <a:solidFill>
                  <a:srgbClr val="5F8FD4"/>
                </a:solidFill>
              </a:defRPr>
            </a:lvl4pPr>
            <a:lvl5pPr>
              <a:buNone/>
              <a:defRPr sz="900" b="1">
                <a:solidFill>
                  <a:srgbClr val="5F8FD4"/>
                </a:solidFill>
              </a:defRPr>
            </a:lvl5pPr>
            <a:lvl6pPr>
              <a:buNone/>
              <a:defRPr sz="900" b="1">
                <a:solidFill>
                  <a:srgbClr val="5F8FD4"/>
                </a:solidFill>
              </a:defRPr>
            </a:lvl6pPr>
            <a:lvl7pPr>
              <a:buNone/>
              <a:defRPr sz="900" b="1">
                <a:solidFill>
                  <a:srgbClr val="5F8FD4"/>
                </a:solidFill>
              </a:defRPr>
            </a:lvl7pPr>
            <a:lvl8pPr>
              <a:buNone/>
              <a:defRPr sz="900" b="1">
                <a:solidFill>
                  <a:srgbClr val="5F8FD4"/>
                </a:solidFill>
              </a:defRPr>
            </a:lvl8pPr>
            <a:lvl9pPr>
              <a:buNone/>
              <a:defRPr sz="900" b="1">
                <a:solidFill>
                  <a:srgbClr val="5F8FD4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5F8FD4"/>
                </a:solidFill>
              </a:defRPr>
            </a:pPr>
            <a:r>
              <a:rPr sz="900" b="1">
                <a:solidFill>
                  <a:srgbClr val="5F8FD4"/>
                </a:solidFill>
              </a:rPr>
              <a:t>OTHER ROUTES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B06F84-55E2-4B71-9FF6-40C95DAC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3392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10243A"/>
                </a:solidFill>
              </a:defRPr>
            </a:defPPr>
            <a:lvl1pPr>
              <a:buNone/>
              <a:defRPr sz="1200" b="1">
                <a:solidFill>
                  <a:srgbClr val="10243A"/>
                </a:solidFill>
              </a:defRPr>
            </a:lvl1pPr>
            <a:lvl2pPr>
              <a:buNone/>
              <a:defRPr sz="1200" b="1">
                <a:solidFill>
                  <a:srgbClr val="10243A"/>
                </a:solidFill>
              </a:defRPr>
            </a:lvl2pPr>
            <a:lvl3pPr>
              <a:buNone/>
              <a:defRPr sz="1200" b="1">
                <a:solidFill>
                  <a:srgbClr val="10243A"/>
                </a:solidFill>
              </a:defRPr>
            </a:lvl3pPr>
            <a:lvl4pPr>
              <a:buNone/>
              <a:defRPr sz="1200" b="1">
                <a:solidFill>
                  <a:srgbClr val="10243A"/>
                </a:solidFill>
              </a:defRPr>
            </a:lvl4pPr>
            <a:lvl5pPr>
              <a:buNone/>
              <a:defRPr sz="1200" b="1">
                <a:solidFill>
                  <a:srgbClr val="10243A"/>
                </a:solidFill>
              </a:defRPr>
            </a:lvl5pPr>
            <a:lvl6pPr>
              <a:buNone/>
              <a:defRPr sz="1200" b="1">
                <a:solidFill>
                  <a:srgbClr val="10243A"/>
                </a:solidFill>
              </a:defRPr>
            </a:lvl6pPr>
            <a:lvl7pPr>
              <a:buNone/>
              <a:defRPr sz="1200" b="1">
                <a:solidFill>
                  <a:srgbClr val="10243A"/>
                </a:solidFill>
              </a:defRPr>
            </a:lvl7pPr>
            <a:lvl8pPr>
              <a:buNone/>
              <a:defRPr sz="1200" b="1">
                <a:solidFill>
                  <a:srgbClr val="10243A"/>
                </a:solidFill>
              </a:defRPr>
            </a:lvl8pPr>
            <a:lvl9pPr>
              <a:buNone/>
              <a:defRPr sz="120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10243A"/>
                </a:solidFill>
              </a:defRPr>
            </a:pPr>
            <a:r>
              <a:rPr sz="1200" b="1">
                <a:solidFill>
                  <a:srgbClr val="10243A"/>
                </a:solidFill>
              </a:rPr>
              <a:t>Diabetes + ECG endpoints; model artifacts not deployed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777AC1-C813-404B-A2DF-8E521DE0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5D7182"/>
                </a:solidFill>
              </a:defRPr>
            </a:defPPr>
            <a:lvl1pPr>
              <a:buNone/>
              <a:defRPr sz="1200" b="1">
                <a:solidFill>
                  <a:srgbClr val="5D7182"/>
                </a:solidFill>
              </a:defRPr>
            </a:lvl1pPr>
            <a:lvl2pPr>
              <a:buNone/>
              <a:defRPr sz="1200" b="1">
                <a:solidFill>
                  <a:srgbClr val="5D7182"/>
                </a:solidFill>
              </a:defRPr>
            </a:lvl2pPr>
            <a:lvl3pPr>
              <a:buNone/>
              <a:defRPr sz="1200" b="1">
                <a:solidFill>
                  <a:srgbClr val="5D7182"/>
                </a:solidFill>
              </a:defRPr>
            </a:lvl3pPr>
            <a:lvl4pPr>
              <a:buNone/>
              <a:defRPr sz="1200" b="1">
                <a:solidFill>
                  <a:srgbClr val="5D7182"/>
                </a:solidFill>
              </a:defRPr>
            </a:lvl4pPr>
            <a:lvl5pPr>
              <a:buNone/>
              <a:defRPr sz="1200" b="1">
                <a:solidFill>
                  <a:srgbClr val="5D7182"/>
                </a:solidFill>
              </a:defRPr>
            </a:lvl5pPr>
            <a:lvl6pPr>
              <a:buNone/>
              <a:defRPr sz="1200" b="1">
                <a:solidFill>
                  <a:srgbClr val="5D7182"/>
                </a:solidFill>
              </a:defRPr>
            </a:lvl6pPr>
            <a:lvl7pPr>
              <a:buNone/>
              <a:defRPr sz="1200" b="1">
                <a:solidFill>
                  <a:srgbClr val="5D7182"/>
                </a:solidFill>
              </a:defRPr>
            </a:lvl7pPr>
            <a:lvl8pPr>
              <a:buNone/>
              <a:defRPr sz="1200" b="1">
                <a:solidFill>
                  <a:srgbClr val="5D7182"/>
                </a:solidFill>
              </a:defRPr>
            </a:lvl8pPr>
            <a:lvl9pPr>
              <a:buNone/>
              <a:defRPr sz="1200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D7182"/>
                </a:solidFill>
              </a:defRPr>
            </a:pPr>
            <a:r>
              <a:rPr sz="1200" b="1">
                <a:solidFill>
                  <a:srgbClr val="5D7182"/>
                </a:solidFill>
              </a:rPr>
              <a:t>No database  •  Requests and predictions are not persisted  •  No cross-model patient fusion</a:t>
            </a:r>
          </a:p>
        </p:txBody>
      </p:sp>
    </p:spTree>
    <p:extLst>
      <p:ext uri="{BB962C8B-B14F-4D97-AF65-F5344CB8AC3E}">
        <p14:creationId xmlns:p14="http://schemas.microsoft.com/office/powerpoint/2010/main" val="16537112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0425B2-AC33-4EFB-BBC6-9713C50C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CA6A3"/>
                </a:solidFill>
              </a:defRPr>
            </a:defPPr>
            <a:lvl1pPr>
              <a:buNone/>
              <a:defRPr sz="975" b="1">
                <a:solidFill>
                  <a:srgbClr val="1CA6A3"/>
                </a:solidFill>
              </a:defRPr>
            </a:lvl1pPr>
            <a:lvl2pPr>
              <a:buNone/>
              <a:defRPr sz="975" b="1">
                <a:solidFill>
                  <a:srgbClr val="1CA6A3"/>
                </a:solidFill>
              </a:defRPr>
            </a:lvl2pPr>
            <a:lvl3pPr>
              <a:buNone/>
              <a:defRPr sz="975" b="1">
                <a:solidFill>
                  <a:srgbClr val="1CA6A3"/>
                </a:solidFill>
              </a:defRPr>
            </a:lvl3pPr>
            <a:lvl4pPr>
              <a:buNone/>
              <a:defRPr sz="975" b="1">
                <a:solidFill>
                  <a:srgbClr val="1CA6A3"/>
                </a:solidFill>
              </a:defRPr>
            </a:lvl4pPr>
            <a:lvl5pPr>
              <a:buNone/>
              <a:defRPr sz="975" b="1">
                <a:solidFill>
                  <a:srgbClr val="1CA6A3"/>
                </a:solidFill>
              </a:defRPr>
            </a:lvl5pPr>
            <a:lvl6pPr>
              <a:buNone/>
              <a:defRPr sz="975" b="1">
                <a:solidFill>
                  <a:srgbClr val="1CA6A3"/>
                </a:solidFill>
              </a:defRPr>
            </a:lvl6pPr>
            <a:lvl7pPr>
              <a:buNone/>
              <a:defRPr sz="975" b="1">
                <a:solidFill>
                  <a:srgbClr val="1CA6A3"/>
                </a:solidFill>
              </a:defRPr>
            </a:lvl7pPr>
            <a:lvl8pPr>
              <a:buNone/>
              <a:defRPr sz="975" b="1">
                <a:solidFill>
                  <a:srgbClr val="1CA6A3"/>
                </a:solidFill>
              </a:defRPr>
            </a:lvl8pPr>
            <a:lvl9pPr>
              <a:buNone/>
              <a:defRPr sz="9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CA6A3"/>
                </a:solidFill>
              </a:defRPr>
            </a:pPr>
            <a:r>
              <a:rPr sz="975" b="1">
                <a:solidFill>
                  <a:srgbClr val="1CA6A3"/>
                </a:solidFill>
              </a:rPr>
              <a:t>04  /  DATA AND MODELS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DF757-43C9-4FF8-8E7C-30D49256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43A"/>
                </a:solidFill>
              </a:defRPr>
            </a:defPPr>
            <a:lvl1pPr>
              <a:buNone/>
              <a:defRPr sz="2550" b="1">
                <a:solidFill>
                  <a:srgbClr val="10243A"/>
                </a:solidFill>
              </a:defRPr>
            </a:lvl1pPr>
            <a:lvl2pPr>
              <a:buNone/>
              <a:defRPr sz="2550" b="1">
                <a:solidFill>
                  <a:srgbClr val="10243A"/>
                </a:solidFill>
              </a:defRPr>
            </a:lvl2pPr>
            <a:lvl3pPr>
              <a:buNone/>
              <a:defRPr sz="2550" b="1">
                <a:solidFill>
                  <a:srgbClr val="10243A"/>
                </a:solidFill>
              </a:defRPr>
            </a:lvl3pPr>
            <a:lvl4pPr>
              <a:buNone/>
              <a:defRPr sz="2550" b="1">
                <a:solidFill>
                  <a:srgbClr val="10243A"/>
                </a:solidFill>
              </a:defRPr>
            </a:lvl4pPr>
            <a:lvl5pPr>
              <a:buNone/>
              <a:defRPr sz="2550" b="1">
                <a:solidFill>
                  <a:srgbClr val="10243A"/>
                </a:solidFill>
              </a:defRPr>
            </a:lvl5pPr>
            <a:lvl6pPr>
              <a:buNone/>
              <a:defRPr sz="2550" b="1">
                <a:solidFill>
                  <a:srgbClr val="10243A"/>
                </a:solidFill>
              </a:defRPr>
            </a:lvl6pPr>
            <a:lvl7pPr>
              <a:buNone/>
              <a:defRPr sz="2550" b="1">
                <a:solidFill>
                  <a:srgbClr val="10243A"/>
                </a:solidFill>
              </a:defRPr>
            </a:lvl7pPr>
            <a:lvl8pPr>
              <a:buNone/>
              <a:defRPr sz="2550" b="1">
                <a:solidFill>
                  <a:srgbClr val="10243A"/>
                </a:solidFill>
              </a:defRPr>
            </a:lvl8pPr>
            <a:lvl9pPr>
              <a:buNone/>
              <a:defRPr sz="25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Three independent model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267C1-35CF-498E-B3AC-1047A540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C7C84-4CAB-4620-8ADD-9DD18F4B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CARDIOTWIN AI  •  INDEPENDENT STUDENT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B7DC1-5C26-4670-B154-3293EED1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D1D18-08A3-423F-8212-1FA51E43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333750" cy="36671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E8BB3-AEBA-4B4A-B3F0-4E347E24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EB274-C2E4-4B12-867E-5515397E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CA6A3"/>
                </a:solidFill>
              </a:defRPr>
            </a:defPPr>
            <a:lvl1pPr>
              <a:buNone/>
              <a:defRPr sz="1050" b="1">
                <a:solidFill>
                  <a:srgbClr val="1CA6A3"/>
                </a:solidFill>
              </a:defRPr>
            </a:lvl1pPr>
            <a:lvl2pPr>
              <a:buNone/>
              <a:defRPr sz="1050" b="1">
                <a:solidFill>
                  <a:srgbClr val="1CA6A3"/>
                </a:solidFill>
              </a:defRPr>
            </a:lvl2pPr>
            <a:lvl3pPr>
              <a:buNone/>
              <a:defRPr sz="1050" b="1">
                <a:solidFill>
                  <a:srgbClr val="1CA6A3"/>
                </a:solidFill>
              </a:defRPr>
            </a:lvl3pPr>
            <a:lvl4pPr>
              <a:buNone/>
              <a:defRPr sz="1050" b="1">
                <a:solidFill>
                  <a:srgbClr val="1CA6A3"/>
                </a:solidFill>
              </a:defRPr>
            </a:lvl4pPr>
            <a:lvl5pPr>
              <a:buNone/>
              <a:defRPr sz="1050" b="1">
                <a:solidFill>
                  <a:srgbClr val="1CA6A3"/>
                </a:solidFill>
              </a:defRPr>
            </a:lvl5pPr>
            <a:lvl6pPr>
              <a:buNone/>
              <a:defRPr sz="1050" b="1">
                <a:solidFill>
                  <a:srgbClr val="1CA6A3"/>
                </a:solidFill>
              </a:defRPr>
            </a:lvl6pPr>
            <a:lvl7pPr>
              <a:buNone/>
              <a:defRPr sz="1050" b="1">
                <a:solidFill>
                  <a:srgbClr val="1CA6A3"/>
                </a:solidFill>
              </a:defRPr>
            </a:lvl7pPr>
            <a:lvl8pPr>
              <a:buNone/>
              <a:defRPr sz="1050" b="1">
                <a:solidFill>
                  <a:srgbClr val="1CA6A3"/>
                </a:solidFill>
              </a:defRPr>
            </a:lvl8pPr>
            <a:lvl9pPr>
              <a:buNone/>
              <a:defRPr sz="1050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CA6A3"/>
                </a:solidFill>
              </a:defRPr>
            </a:pPr>
            <a:r>
              <a:rPr sz="1050" b="1">
                <a:solidFill>
                  <a:srgbClr val="1CA6A3"/>
                </a:solidFill>
              </a:rPr>
              <a:t>HEART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66583-7BD4-4729-8545-5AAD2D2F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0243A"/>
                </a:solidFill>
              </a:defRPr>
            </a:defPPr>
            <a:lvl1pPr>
              <a:buNone/>
              <a:defRPr sz="1875" b="1">
                <a:solidFill>
                  <a:srgbClr val="10243A"/>
                </a:solidFill>
              </a:defRPr>
            </a:lvl1pPr>
            <a:lvl2pPr>
              <a:buNone/>
              <a:defRPr sz="1875" b="1">
                <a:solidFill>
                  <a:srgbClr val="10243A"/>
                </a:solidFill>
              </a:defRPr>
            </a:lvl2pPr>
            <a:lvl3pPr>
              <a:buNone/>
              <a:defRPr sz="1875" b="1">
                <a:solidFill>
                  <a:srgbClr val="10243A"/>
                </a:solidFill>
              </a:defRPr>
            </a:lvl3pPr>
            <a:lvl4pPr>
              <a:buNone/>
              <a:defRPr sz="1875" b="1">
                <a:solidFill>
                  <a:srgbClr val="10243A"/>
                </a:solidFill>
              </a:defRPr>
            </a:lvl4pPr>
            <a:lvl5pPr>
              <a:buNone/>
              <a:defRPr sz="1875" b="1">
                <a:solidFill>
                  <a:srgbClr val="10243A"/>
                </a:solidFill>
              </a:defRPr>
            </a:lvl5pPr>
            <a:lvl6pPr>
              <a:buNone/>
              <a:defRPr sz="1875" b="1">
                <a:solidFill>
                  <a:srgbClr val="10243A"/>
                </a:solidFill>
              </a:defRPr>
            </a:lvl6pPr>
            <a:lvl7pPr>
              <a:buNone/>
              <a:defRPr sz="1875" b="1">
                <a:solidFill>
                  <a:srgbClr val="10243A"/>
                </a:solidFill>
              </a:defRPr>
            </a:lvl7pPr>
            <a:lvl8pPr>
              <a:buNone/>
              <a:defRPr sz="1875" b="1">
                <a:solidFill>
                  <a:srgbClr val="10243A"/>
                </a:solidFill>
              </a:defRPr>
            </a:lvl8pPr>
            <a:lvl9pPr>
              <a:buNone/>
              <a:defRPr sz="187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0243A"/>
                </a:solidFill>
              </a:defRPr>
            </a:pPr>
            <a:r>
              <a:rPr sz="1875" b="1">
                <a:solidFill>
                  <a:srgbClr val="10243A"/>
                </a:solidFill>
              </a:rPr>
              <a:t>UCI Cleveland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F3BB4-3BF9-4CB7-9AC0-EE281B4F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619D8-84FE-45CC-892E-6E77DFD1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83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73047"/>
                </a:solidFill>
              </a:defRPr>
            </a:defPPr>
            <a:lvl1pPr>
              <a:buNone/>
              <a:defRPr sz="1425" b="1">
                <a:solidFill>
                  <a:srgbClr val="173047"/>
                </a:solidFill>
              </a:defRPr>
            </a:lvl1pPr>
            <a:lvl2pPr>
              <a:buNone/>
              <a:defRPr sz="1425" b="1">
                <a:solidFill>
                  <a:srgbClr val="173047"/>
                </a:solidFill>
              </a:defRPr>
            </a:lvl2pPr>
            <a:lvl3pPr>
              <a:buNone/>
              <a:defRPr sz="1425" b="1">
                <a:solidFill>
                  <a:srgbClr val="173047"/>
                </a:solidFill>
              </a:defRPr>
            </a:lvl3pPr>
            <a:lvl4pPr>
              <a:buNone/>
              <a:defRPr sz="1425" b="1">
                <a:solidFill>
                  <a:srgbClr val="173047"/>
                </a:solidFill>
              </a:defRPr>
            </a:lvl4pPr>
            <a:lvl5pPr>
              <a:buNone/>
              <a:defRPr sz="1425" b="1">
                <a:solidFill>
                  <a:srgbClr val="173047"/>
                </a:solidFill>
              </a:defRPr>
            </a:lvl5pPr>
            <a:lvl6pPr>
              <a:buNone/>
              <a:defRPr sz="1425" b="1">
                <a:solidFill>
                  <a:srgbClr val="173047"/>
                </a:solidFill>
              </a:defRPr>
            </a:lvl6pPr>
            <a:lvl7pPr>
              <a:buNone/>
              <a:defRPr sz="1425" b="1">
                <a:solidFill>
                  <a:srgbClr val="173047"/>
                </a:solidFill>
              </a:defRPr>
            </a:lvl7pPr>
            <a:lvl8pPr>
              <a:buNone/>
              <a:defRPr sz="1425" b="1">
                <a:solidFill>
                  <a:srgbClr val="173047"/>
                </a:solidFill>
              </a:defRPr>
            </a:lvl8pPr>
            <a:lvl9pPr>
              <a:buNone/>
              <a:defRPr sz="1425" b="1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73047"/>
                </a:solidFill>
              </a:defRPr>
            </a:pPr>
            <a:r>
              <a:rPr sz="1425" b="1">
                <a:solidFill>
                  <a:srgbClr val="173047"/>
                </a:solidFill>
              </a:rPr>
              <a:t>Saved RBF SVC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07B3F-63BB-4F1A-9BD7-7D9345D5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D7182"/>
                </a:solidFill>
              </a:defRPr>
            </a:defPPr>
            <a:lvl1pPr>
              <a:buNone/>
              <a:defRPr sz="1275" b="0">
                <a:solidFill>
                  <a:srgbClr val="5D7182"/>
                </a:solidFill>
              </a:defRPr>
            </a:lvl1pPr>
            <a:lvl2pPr>
              <a:buNone/>
              <a:defRPr sz="1275" b="0">
                <a:solidFill>
                  <a:srgbClr val="5D7182"/>
                </a:solidFill>
              </a:defRPr>
            </a:lvl2pPr>
            <a:lvl3pPr>
              <a:buNone/>
              <a:defRPr sz="1275" b="0">
                <a:solidFill>
                  <a:srgbClr val="5D7182"/>
                </a:solidFill>
              </a:defRPr>
            </a:lvl3pPr>
            <a:lvl4pPr>
              <a:buNone/>
              <a:defRPr sz="1275" b="0">
                <a:solidFill>
                  <a:srgbClr val="5D7182"/>
                </a:solidFill>
              </a:defRPr>
            </a:lvl4pPr>
            <a:lvl5pPr>
              <a:buNone/>
              <a:defRPr sz="1275" b="0">
                <a:solidFill>
                  <a:srgbClr val="5D7182"/>
                </a:solidFill>
              </a:defRPr>
            </a:lvl5pPr>
            <a:lvl6pPr>
              <a:buNone/>
              <a:defRPr sz="1275" b="0">
                <a:solidFill>
                  <a:srgbClr val="5D7182"/>
                </a:solidFill>
              </a:defRPr>
            </a:lvl6pPr>
            <a:lvl7pPr>
              <a:buNone/>
              <a:defRPr sz="1275" b="0">
                <a:solidFill>
                  <a:srgbClr val="5D7182"/>
                </a:solidFill>
              </a:defRPr>
            </a:lvl7pPr>
            <a:lvl8pPr>
              <a:buNone/>
              <a:defRPr sz="1275" b="0">
                <a:solidFill>
                  <a:srgbClr val="5D7182"/>
                </a:solidFill>
              </a:defRPr>
            </a:lvl8pPr>
            <a:lvl9pPr>
              <a:buNone/>
              <a:defRPr sz="1275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D7182"/>
                </a:solidFill>
              </a:defRPr>
            </a:pPr>
            <a:r>
              <a:rPr sz="1275" b="0">
                <a:solidFill>
                  <a:srgbClr val="5D7182"/>
                </a:solidFill>
              </a:rPr>
              <a:t>13 clinical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8B38B-8841-420B-B142-B4BF19CB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B2CB4-D63E-4C48-8DA3-BAE6BA91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CA6A3"/>
                </a:solidFill>
              </a:defRPr>
            </a:defPPr>
            <a:lvl1pPr>
              <a:buNone/>
              <a:defRPr sz="975" b="1">
                <a:solidFill>
                  <a:srgbClr val="1CA6A3"/>
                </a:solidFill>
              </a:defRPr>
            </a:lvl1pPr>
            <a:lvl2pPr>
              <a:buNone/>
              <a:defRPr sz="975" b="1">
                <a:solidFill>
                  <a:srgbClr val="1CA6A3"/>
                </a:solidFill>
              </a:defRPr>
            </a:lvl2pPr>
            <a:lvl3pPr>
              <a:buNone/>
              <a:defRPr sz="975" b="1">
                <a:solidFill>
                  <a:srgbClr val="1CA6A3"/>
                </a:solidFill>
              </a:defRPr>
            </a:lvl3pPr>
            <a:lvl4pPr>
              <a:buNone/>
              <a:defRPr sz="975" b="1">
                <a:solidFill>
                  <a:srgbClr val="1CA6A3"/>
                </a:solidFill>
              </a:defRPr>
            </a:lvl4pPr>
            <a:lvl5pPr>
              <a:buNone/>
              <a:defRPr sz="975" b="1">
                <a:solidFill>
                  <a:srgbClr val="1CA6A3"/>
                </a:solidFill>
              </a:defRPr>
            </a:lvl5pPr>
            <a:lvl6pPr>
              <a:buNone/>
              <a:defRPr sz="975" b="1">
                <a:solidFill>
                  <a:srgbClr val="1CA6A3"/>
                </a:solidFill>
              </a:defRPr>
            </a:lvl6pPr>
            <a:lvl7pPr>
              <a:buNone/>
              <a:defRPr sz="975" b="1">
                <a:solidFill>
                  <a:srgbClr val="1CA6A3"/>
                </a:solidFill>
              </a:defRPr>
            </a:lvl7pPr>
            <a:lvl8pPr>
              <a:buNone/>
              <a:defRPr sz="975" b="1">
                <a:solidFill>
                  <a:srgbClr val="1CA6A3"/>
                </a:solidFill>
              </a:defRPr>
            </a:lvl8pPr>
            <a:lvl9pPr>
              <a:buNone/>
              <a:defRPr sz="9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CA6A3"/>
                </a:solidFill>
              </a:defRPr>
            </a:pPr>
            <a:r>
              <a:rPr sz="975" b="1">
                <a:solidFill>
                  <a:srgbClr val="1CA6A3"/>
                </a:solidFill>
              </a:rPr>
              <a:t>LIVE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33EBB-BA3A-416D-AC06-651D5714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62125"/>
            <a:ext cx="3333750" cy="36671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AC4B1B-A75F-4571-A503-F103D410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62125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F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51377-48F5-45B9-98ED-A3B59ACA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574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5F8FD4"/>
                </a:solidFill>
              </a:defRPr>
            </a:defPPr>
            <a:lvl1pPr>
              <a:buNone/>
              <a:defRPr sz="1050" b="1">
                <a:solidFill>
                  <a:srgbClr val="5F8FD4"/>
                </a:solidFill>
              </a:defRPr>
            </a:lvl1pPr>
            <a:lvl2pPr>
              <a:buNone/>
              <a:defRPr sz="1050" b="1">
                <a:solidFill>
                  <a:srgbClr val="5F8FD4"/>
                </a:solidFill>
              </a:defRPr>
            </a:lvl2pPr>
            <a:lvl3pPr>
              <a:buNone/>
              <a:defRPr sz="1050" b="1">
                <a:solidFill>
                  <a:srgbClr val="5F8FD4"/>
                </a:solidFill>
              </a:defRPr>
            </a:lvl3pPr>
            <a:lvl4pPr>
              <a:buNone/>
              <a:defRPr sz="1050" b="1">
                <a:solidFill>
                  <a:srgbClr val="5F8FD4"/>
                </a:solidFill>
              </a:defRPr>
            </a:lvl4pPr>
            <a:lvl5pPr>
              <a:buNone/>
              <a:defRPr sz="1050" b="1">
                <a:solidFill>
                  <a:srgbClr val="5F8FD4"/>
                </a:solidFill>
              </a:defRPr>
            </a:lvl5pPr>
            <a:lvl6pPr>
              <a:buNone/>
              <a:defRPr sz="1050" b="1">
                <a:solidFill>
                  <a:srgbClr val="5F8FD4"/>
                </a:solidFill>
              </a:defRPr>
            </a:lvl6pPr>
            <a:lvl7pPr>
              <a:buNone/>
              <a:defRPr sz="1050" b="1">
                <a:solidFill>
                  <a:srgbClr val="5F8FD4"/>
                </a:solidFill>
              </a:defRPr>
            </a:lvl7pPr>
            <a:lvl8pPr>
              <a:buNone/>
              <a:defRPr sz="1050" b="1">
                <a:solidFill>
                  <a:srgbClr val="5F8FD4"/>
                </a:solidFill>
              </a:defRPr>
            </a:lvl8pPr>
            <a:lvl9pPr>
              <a:buNone/>
              <a:defRPr sz="1050" b="1">
                <a:solidFill>
                  <a:srgbClr val="5F8FD4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5F8FD4"/>
                </a:solidFill>
              </a:defRPr>
            </a:pPr>
            <a:r>
              <a:rPr sz="1050" b="1">
                <a:solidFill>
                  <a:srgbClr val="5F8FD4"/>
                </a:solidFill>
              </a:rPr>
              <a:t>DIABETES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778EB-580B-40FB-84A1-C62605E0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57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0243A"/>
                </a:solidFill>
              </a:defRPr>
            </a:defPPr>
            <a:lvl1pPr>
              <a:buNone/>
              <a:defRPr sz="1875" b="1">
                <a:solidFill>
                  <a:srgbClr val="10243A"/>
                </a:solidFill>
              </a:defRPr>
            </a:lvl1pPr>
            <a:lvl2pPr>
              <a:buNone/>
              <a:defRPr sz="1875" b="1">
                <a:solidFill>
                  <a:srgbClr val="10243A"/>
                </a:solidFill>
              </a:defRPr>
            </a:lvl2pPr>
            <a:lvl3pPr>
              <a:buNone/>
              <a:defRPr sz="1875" b="1">
                <a:solidFill>
                  <a:srgbClr val="10243A"/>
                </a:solidFill>
              </a:defRPr>
            </a:lvl3pPr>
            <a:lvl4pPr>
              <a:buNone/>
              <a:defRPr sz="1875" b="1">
                <a:solidFill>
                  <a:srgbClr val="10243A"/>
                </a:solidFill>
              </a:defRPr>
            </a:lvl4pPr>
            <a:lvl5pPr>
              <a:buNone/>
              <a:defRPr sz="1875" b="1">
                <a:solidFill>
                  <a:srgbClr val="10243A"/>
                </a:solidFill>
              </a:defRPr>
            </a:lvl5pPr>
            <a:lvl6pPr>
              <a:buNone/>
              <a:defRPr sz="1875" b="1">
                <a:solidFill>
                  <a:srgbClr val="10243A"/>
                </a:solidFill>
              </a:defRPr>
            </a:lvl6pPr>
            <a:lvl7pPr>
              <a:buNone/>
              <a:defRPr sz="1875" b="1">
                <a:solidFill>
                  <a:srgbClr val="10243A"/>
                </a:solidFill>
              </a:defRPr>
            </a:lvl7pPr>
            <a:lvl8pPr>
              <a:buNone/>
              <a:defRPr sz="1875" b="1">
                <a:solidFill>
                  <a:srgbClr val="10243A"/>
                </a:solidFill>
              </a:defRPr>
            </a:lvl8pPr>
            <a:lvl9pPr>
              <a:buNone/>
              <a:defRPr sz="187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0243A"/>
                </a:solidFill>
              </a:defRPr>
            </a:pPr>
            <a:r>
              <a:rPr sz="1875" b="1">
                <a:solidFill>
                  <a:srgbClr val="10243A"/>
                </a:solidFill>
              </a:rPr>
              <a:t>CDC BRFSS 2015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46F60-1B29-4462-A01B-17D9DF5D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0990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5690F-9C6A-460C-9783-FEC1C9DE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19450"/>
            <a:ext cx="283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73047"/>
                </a:solidFill>
              </a:defRPr>
            </a:defPPr>
            <a:lvl1pPr>
              <a:buNone/>
              <a:defRPr sz="1425" b="1">
                <a:solidFill>
                  <a:srgbClr val="173047"/>
                </a:solidFill>
              </a:defRPr>
            </a:lvl1pPr>
            <a:lvl2pPr>
              <a:buNone/>
              <a:defRPr sz="1425" b="1">
                <a:solidFill>
                  <a:srgbClr val="173047"/>
                </a:solidFill>
              </a:defRPr>
            </a:lvl2pPr>
            <a:lvl3pPr>
              <a:buNone/>
              <a:defRPr sz="1425" b="1">
                <a:solidFill>
                  <a:srgbClr val="173047"/>
                </a:solidFill>
              </a:defRPr>
            </a:lvl3pPr>
            <a:lvl4pPr>
              <a:buNone/>
              <a:defRPr sz="1425" b="1">
                <a:solidFill>
                  <a:srgbClr val="173047"/>
                </a:solidFill>
              </a:defRPr>
            </a:lvl4pPr>
            <a:lvl5pPr>
              <a:buNone/>
              <a:defRPr sz="1425" b="1">
                <a:solidFill>
                  <a:srgbClr val="173047"/>
                </a:solidFill>
              </a:defRPr>
            </a:lvl5pPr>
            <a:lvl6pPr>
              <a:buNone/>
              <a:defRPr sz="1425" b="1">
                <a:solidFill>
                  <a:srgbClr val="173047"/>
                </a:solidFill>
              </a:defRPr>
            </a:lvl6pPr>
            <a:lvl7pPr>
              <a:buNone/>
              <a:defRPr sz="1425" b="1">
                <a:solidFill>
                  <a:srgbClr val="173047"/>
                </a:solidFill>
              </a:defRPr>
            </a:lvl7pPr>
            <a:lvl8pPr>
              <a:buNone/>
              <a:defRPr sz="1425" b="1">
                <a:solidFill>
                  <a:srgbClr val="173047"/>
                </a:solidFill>
              </a:defRPr>
            </a:lvl8pPr>
            <a:lvl9pPr>
              <a:buNone/>
              <a:defRPr sz="1425" b="1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73047"/>
                </a:solidFill>
              </a:defRPr>
            </a:pPr>
            <a:r>
              <a:rPr sz="1425" b="1">
                <a:solidFill>
                  <a:srgbClr val="173047"/>
                </a:solidFill>
              </a:rPr>
              <a:t>Random Forest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D09D3-EBE2-439A-9104-8E21B0EE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6715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D7182"/>
                </a:solidFill>
              </a:defRPr>
            </a:defPPr>
            <a:lvl1pPr>
              <a:buNone/>
              <a:defRPr sz="1275" b="0">
                <a:solidFill>
                  <a:srgbClr val="5D7182"/>
                </a:solidFill>
              </a:defRPr>
            </a:lvl1pPr>
            <a:lvl2pPr>
              <a:buNone/>
              <a:defRPr sz="1275" b="0">
                <a:solidFill>
                  <a:srgbClr val="5D7182"/>
                </a:solidFill>
              </a:defRPr>
            </a:lvl2pPr>
            <a:lvl3pPr>
              <a:buNone/>
              <a:defRPr sz="1275" b="0">
                <a:solidFill>
                  <a:srgbClr val="5D7182"/>
                </a:solidFill>
              </a:defRPr>
            </a:lvl3pPr>
            <a:lvl4pPr>
              <a:buNone/>
              <a:defRPr sz="1275" b="0">
                <a:solidFill>
                  <a:srgbClr val="5D7182"/>
                </a:solidFill>
              </a:defRPr>
            </a:lvl4pPr>
            <a:lvl5pPr>
              <a:buNone/>
              <a:defRPr sz="1275" b="0">
                <a:solidFill>
                  <a:srgbClr val="5D7182"/>
                </a:solidFill>
              </a:defRPr>
            </a:lvl5pPr>
            <a:lvl6pPr>
              <a:buNone/>
              <a:defRPr sz="1275" b="0">
                <a:solidFill>
                  <a:srgbClr val="5D7182"/>
                </a:solidFill>
              </a:defRPr>
            </a:lvl6pPr>
            <a:lvl7pPr>
              <a:buNone/>
              <a:defRPr sz="1275" b="0">
                <a:solidFill>
                  <a:srgbClr val="5D7182"/>
                </a:solidFill>
              </a:defRPr>
            </a:lvl7pPr>
            <a:lvl8pPr>
              <a:buNone/>
              <a:defRPr sz="1275" b="0">
                <a:solidFill>
                  <a:srgbClr val="5D7182"/>
                </a:solidFill>
              </a:defRPr>
            </a:lvl8pPr>
            <a:lvl9pPr>
              <a:buNone/>
              <a:defRPr sz="1275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D7182"/>
                </a:solidFill>
              </a:defRPr>
            </a:pPr>
            <a:r>
              <a:rPr sz="1275" b="0">
                <a:solidFill>
                  <a:srgbClr val="5D7182"/>
                </a:solidFill>
              </a:rPr>
              <a:t>21 survey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89027D-2D00-4B7A-BACF-32D73D0A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857750"/>
            <a:ext cx="1638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B7B9BF-A9CA-4EDF-A799-B0C39216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577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F8FD4"/>
                </a:solidFill>
              </a:defRPr>
            </a:defPPr>
            <a:lvl1pPr>
              <a:buNone/>
              <a:defRPr sz="975" b="1">
                <a:solidFill>
                  <a:srgbClr val="5F8FD4"/>
                </a:solidFill>
              </a:defRPr>
            </a:lvl1pPr>
            <a:lvl2pPr>
              <a:buNone/>
              <a:defRPr sz="975" b="1">
                <a:solidFill>
                  <a:srgbClr val="5F8FD4"/>
                </a:solidFill>
              </a:defRPr>
            </a:lvl2pPr>
            <a:lvl3pPr>
              <a:buNone/>
              <a:defRPr sz="975" b="1">
                <a:solidFill>
                  <a:srgbClr val="5F8FD4"/>
                </a:solidFill>
              </a:defRPr>
            </a:lvl3pPr>
            <a:lvl4pPr>
              <a:buNone/>
              <a:defRPr sz="975" b="1">
                <a:solidFill>
                  <a:srgbClr val="5F8FD4"/>
                </a:solidFill>
              </a:defRPr>
            </a:lvl4pPr>
            <a:lvl5pPr>
              <a:buNone/>
              <a:defRPr sz="975" b="1">
                <a:solidFill>
                  <a:srgbClr val="5F8FD4"/>
                </a:solidFill>
              </a:defRPr>
            </a:lvl5pPr>
            <a:lvl6pPr>
              <a:buNone/>
              <a:defRPr sz="975" b="1">
                <a:solidFill>
                  <a:srgbClr val="5F8FD4"/>
                </a:solidFill>
              </a:defRPr>
            </a:lvl6pPr>
            <a:lvl7pPr>
              <a:buNone/>
              <a:defRPr sz="975" b="1">
                <a:solidFill>
                  <a:srgbClr val="5F8FD4"/>
                </a:solidFill>
              </a:defRPr>
            </a:lvl7pPr>
            <a:lvl8pPr>
              <a:buNone/>
              <a:defRPr sz="975" b="1">
                <a:solidFill>
                  <a:srgbClr val="5F8FD4"/>
                </a:solidFill>
              </a:defRPr>
            </a:lvl8pPr>
            <a:lvl9pPr>
              <a:buNone/>
              <a:defRPr sz="975" b="1">
                <a:solidFill>
                  <a:srgbClr val="5F8FD4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5F8FD4"/>
                </a:solidFill>
              </a:defRPr>
            </a:pPr>
            <a:r>
              <a:rPr sz="975" b="1">
                <a:solidFill>
                  <a:srgbClr val="5F8FD4"/>
                </a:solidFill>
              </a:rPr>
              <a:t>API ROUTE 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A52F01-5979-4ACC-9FBF-78E7109E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333750" cy="3667125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B4DA34-2FBD-4545-A094-C1888512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62125"/>
            <a:ext cx="33337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B72E44-6A01-42F9-9AD5-80FA0BDE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574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E5A64A"/>
                </a:solidFill>
              </a:defRPr>
            </a:defPPr>
            <a:lvl1pPr>
              <a:buNone/>
              <a:defRPr sz="1050" b="1">
                <a:solidFill>
                  <a:srgbClr val="E5A64A"/>
                </a:solidFill>
              </a:defRPr>
            </a:lvl1pPr>
            <a:lvl2pPr>
              <a:buNone/>
              <a:defRPr sz="1050" b="1">
                <a:solidFill>
                  <a:srgbClr val="E5A64A"/>
                </a:solidFill>
              </a:defRPr>
            </a:lvl2pPr>
            <a:lvl3pPr>
              <a:buNone/>
              <a:defRPr sz="1050" b="1">
                <a:solidFill>
                  <a:srgbClr val="E5A64A"/>
                </a:solidFill>
              </a:defRPr>
            </a:lvl3pPr>
            <a:lvl4pPr>
              <a:buNone/>
              <a:defRPr sz="1050" b="1">
                <a:solidFill>
                  <a:srgbClr val="E5A64A"/>
                </a:solidFill>
              </a:defRPr>
            </a:lvl4pPr>
            <a:lvl5pPr>
              <a:buNone/>
              <a:defRPr sz="1050" b="1">
                <a:solidFill>
                  <a:srgbClr val="E5A64A"/>
                </a:solidFill>
              </a:defRPr>
            </a:lvl5pPr>
            <a:lvl6pPr>
              <a:buNone/>
              <a:defRPr sz="1050" b="1">
                <a:solidFill>
                  <a:srgbClr val="E5A64A"/>
                </a:solidFill>
              </a:defRPr>
            </a:lvl6pPr>
            <a:lvl7pPr>
              <a:buNone/>
              <a:defRPr sz="1050" b="1">
                <a:solidFill>
                  <a:srgbClr val="E5A64A"/>
                </a:solidFill>
              </a:defRPr>
            </a:lvl7pPr>
            <a:lvl8pPr>
              <a:buNone/>
              <a:defRPr sz="1050" b="1">
                <a:solidFill>
                  <a:srgbClr val="E5A64A"/>
                </a:solidFill>
              </a:defRPr>
            </a:lvl8pPr>
            <a:lvl9pPr>
              <a:buNone/>
              <a:defRPr sz="1050" b="1">
                <a:solidFill>
                  <a:srgbClr val="E5A64A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E5A64A"/>
                </a:solidFill>
              </a:defRPr>
            </a:pPr>
            <a:r>
              <a:rPr sz="1050" b="1">
                <a:solidFill>
                  <a:srgbClr val="E5A64A"/>
                </a:solidFill>
              </a:rPr>
              <a:t>ECG BEAT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D882E4-5419-48E8-B1BC-0704F66B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10243A"/>
                </a:solidFill>
              </a:defRPr>
            </a:defPPr>
            <a:lvl1pPr>
              <a:buNone/>
              <a:defRPr sz="1875" b="1">
                <a:solidFill>
                  <a:srgbClr val="10243A"/>
                </a:solidFill>
              </a:defRPr>
            </a:lvl1pPr>
            <a:lvl2pPr>
              <a:buNone/>
              <a:defRPr sz="1875" b="1">
                <a:solidFill>
                  <a:srgbClr val="10243A"/>
                </a:solidFill>
              </a:defRPr>
            </a:lvl2pPr>
            <a:lvl3pPr>
              <a:buNone/>
              <a:defRPr sz="1875" b="1">
                <a:solidFill>
                  <a:srgbClr val="10243A"/>
                </a:solidFill>
              </a:defRPr>
            </a:lvl3pPr>
            <a:lvl4pPr>
              <a:buNone/>
              <a:defRPr sz="1875" b="1">
                <a:solidFill>
                  <a:srgbClr val="10243A"/>
                </a:solidFill>
              </a:defRPr>
            </a:lvl4pPr>
            <a:lvl5pPr>
              <a:buNone/>
              <a:defRPr sz="1875" b="1">
                <a:solidFill>
                  <a:srgbClr val="10243A"/>
                </a:solidFill>
              </a:defRPr>
            </a:lvl5pPr>
            <a:lvl6pPr>
              <a:buNone/>
              <a:defRPr sz="1875" b="1">
                <a:solidFill>
                  <a:srgbClr val="10243A"/>
                </a:solidFill>
              </a:defRPr>
            </a:lvl6pPr>
            <a:lvl7pPr>
              <a:buNone/>
              <a:defRPr sz="1875" b="1">
                <a:solidFill>
                  <a:srgbClr val="10243A"/>
                </a:solidFill>
              </a:defRPr>
            </a:lvl7pPr>
            <a:lvl8pPr>
              <a:buNone/>
              <a:defRPr sz="1875" b="1">
                <a:solidFill>
                  <a:srgbClr val="10243A"/>
                </a:solidFill>
              </a:defRPr>
            </a:lvl8pPr>
            <a:lvl9pPr>
              <a:buNone/>
              <a:defRPr sz="187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0243A"/>
                </a:solidFill>
              </a:defRPr>
            </a:pPr>
            <a:r>
              <a:rPr sz="1875" b="1">
                <a:solidFill>
                  <a:srgbClr val="10243A"/>
                </a:solidFill>
              </a:rPr>
              <a:t>MIT-BIH Arrhythmia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F06543-E5E0-4786-80C0-D8B8B191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283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7FF9B8-085F-41D9-A87C-69AE5E12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2838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73047"/>
                </a:solidFill>
              </a:defRPr>
            </a:defPPr>
            <a:lvl1pPr>
              <a:buNone/>
              <a:defRPr sz="1425" b="1">
                <a:solidFill>
                  <a:srgbClr val="173047"/>
                </a:solidFill>
              </a:defRPr>
            </a:lvl1pPr>
            <a:lvl2pPr>
              <a:buNone/>
              <a:defRPr sz="1425" b="1">
                <a:solidFill>
                  <a:srgbClr val="173047"/>
                </a:solidFill>
              </a:defRPr>
            </a:lvl2pPr>
            <a:lvl3pPr>
              <a:buNone/>
              <a:defRPr sz="1425" b="1">
                <a:solidFill>
                  <a:srgbClr val="173047"/>
                </a:solidFill>
              </a:defRPr>
            </a:lvl3pPr>
            <a:lvl4pPr>
              <a:buNone/>
              <a:defRPr sz="1425" b="1">
                <a:solidFill>
                  <a:srgbClr val="173047"/>
                </a:solidFill>
              </a:defRPr>
            </a:lvl4pPr>
            <a:lvl5pPr>
              <a:buNone/>
              <a:defRPr sz="1425" b="1">
                <a:solidFill>
                  <a:srgbClr val="173047"/>
                </a:solidFill>
              </a:defRPr>
            </a:lvl5pPr>
            <a:lvl6pPr>
              <a:buNone/>
              <a:defRPr sz="1425" b="1">
                <a:solidFill>
                  <a:srgbClr val="173047"/>
                </a:solidFill>
              </a:defRPr>
            </a:lvl6pPr>
            <a:lvl7pPr>
              <a:buNone/>
              <a:defRPr sz="1425" b="1">
                <a:solidFill>
                  <a:srgbClr val="173047"/>
                </a:solidFill>
              </a:defRPr>
            </a:lvl7pPr>
            <a:lvl8pPr>
              <a:buNone/>
              <a:defRPr sz="1425" b="1">
                <a:solidFill>
                  <a:srgbClr val="173047"/>
                </a:solidFill>
              </a:defRPr>
            </a:lvl8pPr>
            <a:lvl9pPr>
              <a:buNone/>
              <a:defRPr sz="1425" b="1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73047"/>
                </a:solidFill>
              </a:defRPr>
            </a:pPr>
            <a:r>
              <a:rPr sz="1425" b="1">
                <a:solidFill>
                  <a:srgbClr val="173047"/>
                </a:solidFill>
              </a:rPr>
              <a:t>Random Forest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D826C0-11DA-4FF8-B245-FFE283DC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67150"/>
            <a:ext cx="2838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D7182"/>
                </a:solidFill>
              </a:defRPr>
            </a:defPPr>
            <a:lvl1pPr>
              <a:buNone/>
              <a:defRPr sz="1275" b="0">
                <a:solidFill>
                  <a:srgbClr val="5D7182"/>
                </a:solidFill>
              </a:defRPr>
            </a:lvl1pPr>
            <a:lvl2pPr>
              <a:buNone/>
              <a:defRPr sz="1275" b="0">
                <a:solidFill>
                  <a:srgbClr val="5D7182"/>
                </a:solidFill>
              </a:defRPr>
            </a:lvl2pPr>
            <a:lvl3pPr>
              <a:buNone/>
              <a:defRPr sz="1275" b="0">
                <a:solidFill>
                  <a:srgbClr val="5D7182"/>
                </a:solidFill>
              </a:defRPr>
            </a:lvl3pPr>
            <a:lvl4pPr>
              <a:buNone/>
              <a:defRPr sz="1275" b="0">
                <a:solidFill>
                  <a:srgbClr val="5D7182"/>
                </a:solidFill>
              </a:defRPr>
            </a:lvl4pPr>
            <a:lvl5pPr>
              <a:buNone/>
              <a:defRPr sz="1275" b="0">
                <a:solidFill>
                  <a:srgbClr val="5D7182"/>
                </a:solidFill>
              </a:defRPr>
            </a:lvl5pPr>
            <a:lvl6pPr>
              <a:buNone/>
              <a:defRPr sz="1275" b="0">
                <a:solidFill>
                  <a:srgbClr val="5D7182"/>
                </a:solidFill>
              </a:defRPr>
            </a:lvl6pPr>
            <a:lvl7pPr>
              <a:buNone/>
              <a:defRPr sz="1275" b="0">
                <a:solidFill>
                  <a:srgbClr val="5D7182"/>
                </a:solidFill>
              </a:defRPr>
            </a:lvl7pPr>
            <a:lvl8pPr>
              <a:buNone/>
              <a:defRPr sz="1275" b="0">
                <a:solidFill>
                  <a:srgbClr val="5D7182"/>
                </a:solidFill>
              </a:defRPr>
            </a:lvl8pPr>
            <a:lvl9pPr>
              <a:buNone/>
              <a:defRPr sz="1275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D7182"/>
                </a:solidFill>
              </a:defRPr>
            </a:pPr>
            <a:r>
              <a:rPr sz="1275" b="0">
                <a:solidFill>
                  <a:srgbClr val="5D7182"/>
                </a:solidFill>
              </a:rPr>
              <a:t>13 engineered MLII/V1/RR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98D8F4-F495-4075-A0A1-960C27CB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57750"/>
            <a:ext cx="1638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A0A385-83D3-42EB-9095-3F2682F0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577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E5A64A"/>
                </a:solidFill>
              </a:defRPr>
            </a:defPPr>
            <a:lvl1pPr>
              <a:buNone/>
              <a:defRPr sz="975" b="1">
                <a:solidFill>
                  <a:srgbClr val="E5A64A"/>
                </a:solidFill>
              </a:defRPr>
            </a:lvl1pPr>
            <a:lvl2pPr>
              <a:buNone/>
              <a:defRPr sz="975" b="1">
                <a:solidFill>
                  <a:srgbClr val="E5A64A"/>
                </a:solidFill>
              </a:defRPr>
            </a:lvl2pPr>
            <a:lvl3pPr>
              <a:buNone/>
              <a:defRPr sz="975" b="1">
                <a:solidFill>
                  <a:srgbClr val="E5A64A"/>
                </a:solidFill>
              </a:defRPr>
            </a:lvl3pPr>
            <a:lvl4pPr>
              <a:buNone/>
              <a:defRPr sz="975" b="1">
                <a:solidFill>
                  <a:srgbClr val="E5A64A"/>
                </a:solidFill>
              </a:defRPr>
            </a:lvl4pPr>
            <a:lvl5pPr>
              <a:buNone/>
              <a:defRPr sz="975" b="1">
                <a:solidFill>
                  <a:srgbClr val="E5A64A"/>
                </a:solidFill>
              </a:defRPr>
            </a:lvl5pPr>
            <a:lvl6pPr>
              <a:buNone/>
              <a:defRPr sz="975" b="1">
                <a:solidFill>
                  <a:srgbClr val="E5A64A"/>
                </a:solidFill>
              </a:defRPr>
            </a:lvl6pPr>
            <a:lvl7pPr>
              <a:buNone/>
              <a:defRPr sz="975" b="1">
                <a:solidFill>
                  <a:srgbClr val="E5A64A"/>
                </a:solidFill>
              </a:defRPr>
            </a:lvl7pPr>
            <a:lvl8pPr>
              <a:buNone/>
              <a:defRPr sz="975" b="1">
                <a:solidFill>
                  <a:srgbClr val="E5A64A"/>
                </a:solidFill>
              </a:defRPr>
            </a:lvl8pPr>
            <a:lvl9pPr>
              <a:buNone/>
              <a:defRPr sz="975" b="1">
                <a:solidFill>
                  <a:srgbClr val="E5A64A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E5A64A"/>
                </a:solidFill>
              </a:defRPr>
            </a:pPr>
            <a:r>
              <a:rPr sz="975" b="1">
                <a:solidFill>
                  <a:srgbClr val="E5A64A"/>
                </a:solidFill>
              </a:rPr>
              <a:t>API ROUTE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D09737-5377-4A83-9091-F5E3C86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5D7182"/>
                </a:solidFill>
              </a:defRPr>
            </a:defPPr>
            <a:lvl1pPr>
              <a:buNone/>
              <a:defRPr sz="1275" b="1">
                <a:solidFill>
                  <a:srgbClr val="5D7182"/>
                </a:solidFill>
              </a:defRPr>
            </a:lvl1pPr>
            <a:lvl2pPr>
              <a:buNone/>
              <a:defRPr sz="1275" b="1">
                <a:solidFill>
                  <a:srgbClr val="5D7182"/>
                </a:solidFill>
              </a:defRPr>
            </a:lvl2pPr>
            <a:lvl3pPr>
              <a:buNone/>
              <a:defRPr sz="1275" b="1">
                <a:solidFill>
                  <a:srgbClr val="5D7182"/>
                </a:solidFill>
              </a:defRPr>
            </a:lvl3pPr>
            <a:lvl4pPr>
              <a:buNone/>
              <a:defRPr sz="1275" b="1">
                <a:solidFill>
                  <a:srgbClr val="5D7182"/>
                </a:solidFill>
              </a:defRPr>
            </a:lvl4pPr>
            <a:lvl5pPr>
              <a:buNone/>
              <a:defRPr sz="1275" b="1">
                <a:solidFill>
                  <a:srgbClr val="5D7182"/>
                </a:solidFill>
              </a:defRPr>
            </a:lvl5pPr>
            <a:lvl6pPr>
              <a:buNone/>
              <a:defRPr sz="1275" b="1">
                <a:solidFill>
                  <a:srgbClr val="5D7182"/>
                </a:solidFill>
              </a:defRPr>
            </a:lvl6pPr>
            <a:lvl7pPr>
              <a:buNone/>
              <a:defRPr sz="1275" b="1">
                <a:solidFill>
                  <a:srgbClr val="5D7182"/>
                </a:solidFill>
              </a:defRPr>
            </a:lvl7pPr>
            <a:lvl8pPr>
              <a:buNone/>
              <a:defRPr sz="1275" b="1">
                <a:solidFill>
                  <a:srgbClr val="5D7182"/>
                </a:solidFill>
              </a:defRPr>
            </a:lvl8pPr>
            <a:lvl9pPr>
              <a:buNone/>
              <a:defRPr sz="127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5D7182"/>
                </a:solidFill>
              </a:defRPr>
            </a:pPr>
            <a:r>
              <a:rPr sz="1275" b="1">
                <a:solidFill>
                  <a:srgbClr val="5D7182"/>
                </a:solidFill>
              </a:rPr>
              <a:t>Different datasets and feature schemas mean these predictions are not combined into one patient risk estimate.</a:t>
            </a:r>
          </a:p>
        </p:txBody>
      </p:sp>
    </p:spTree>
    <p:extLst>
      <p:ext uri="{BB962C8B-B14F-4D97-AF65-F5344CB8AC3E}">
        <p14:creationId xmlns:p14="http://schemas.microsoft.com/office/powerpoint/2010/main" val="272571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0D3D73-0686-42E1-A09F-DB4E7258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CA6A3"/>
                </a:solidFill>
              </a:defRPr>
            </a:defPPr>
            <a:lvl1pPr>
              <a:buNone/>
              <a:defRPr sz="975" b="1">
                <a:solidFill>
                  <a:srgbClr val="1CA6A3"/>
                </a:solidFill>
              </a:defRPr>
            </a:lvl1pPr>
            <a:lvl2pPr>
              <a:buNone/>
              <a:defRPr sz="975" b="1">
                <a:solidFill>
                  <a:srgbClr val="1CA6A3"/>
                </a:solidFill>
              </a:defRPr>
            </a:lvl2pPr>
            <a:lvl3pPr>
              <a:buNone/>
              <a:defRPr sz="975" b="1">
                <a:solidFill>
                  <a:srgbClr val="1CA6A3"/>
                </a:solidFill>
              </a:defRPr>
            </a:lvl3pPr>
            <a:lvl4pPr>
              <a:buNone/>
              <a:defRPr sz="975" b="1">
                <a:solidFill>
                  <a:srgbClr val="1CA6A3"/>
                </a:solidFill>
              </a:defRPr>
            </a:lvl4pPr>
            <a:lvl5pPr>
              <a:buNone/>
              <a:defRPr sz="975" b="1">
                <a:solidFill>
                  <a:srgbClr val="1CA6A3"/>
                </a:solidFill>
              </a:defRPr>
            </a:lvl5pPr>
            <a:lvl6pPr>
              <a:buNone/>
              <a:defRPr sz="975" b="1">
                <a:solidFill>
                  <a:srgbClr val="1CA6A3"/>
                </a:solidFill>
              </a:defRPr>
            </a:lvl6pPr>
            <a:lvl7pPr>
              <a:buNone/>
              <a:defRPr sz="975" b="1">
                <a:solidFill>
                  <a:srgbClr val="1CA6A3"/>
                </a:solidFill>
              </a:defRPr>
            </a:lvl7pPr>
            <a:lvl8pPr>
              <a:buNone/>
              <a:defRPr sz="975" b="1">
                <a:solidFill>
                  <a:srgbClr val="1CA6A3"/>
                </a:solidFill>
              </a:defRPr>
            </a:lvl8pPr>
            <a:lvl9pPr>
              <a:buNone/>
              <a:defRPr sz="9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CA6A3"/>
                </a:solidFill>
              </a:defRPr>
            </a:pPr>
            <a:r>
              <a:rPr sz="975" b="1">
                <a:solidFill>
                  <a:srgbClr val="1CA6A3"/>
                </a:solidFill>
              </a:rPr>
              <a:t>05  / 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115E9-089B-454E-8002-F3F90FBC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43A"/>
                </a:solidFill>
              </a:defRPr>
            </a:defPPr>
            <a:lvl1pPr>
              <a:buNone/>
              <a:defRPr sz="2550" b="1">
                <a:solidFill>
                  <a:srgbClr val="10243A"/>
                </a:solidFill>
              </a:defRPr>
            </a:lvl1pPr>
            <a:lvl2pPr>
              <a:buNone/>
              <a:defRPr sz="2550" b="1">
                <a:solidFill>
                  <a:srgbClr val="10243A"/>
                </a:solidFill>
              </a:defRPr>
            </a:lvl2pPr>
            <a:lvl3pPr>
              <a:buNone/>
              <a:defRPr sz="2550" b="1">
                <a:solidFill>
                  <a:srgbClr val="10243A"/>
                </a:solidFill>
              </a:defRPr>
            </a:lvl3pPr>
            <a:lvl4pPr>
              <a:buNone/>
              <a:defRPr sz="2550" b="1">
                <a:solidFill>
                  <a:srgbClr val="10243A"/>
                </a:solidFill>
              </a:defRPr>
            </a:lvl4pPr>
            <a:lvl5pPr>
              <a:buNone/>
              <a:defRPr sz="2550" b="1">
                <a:solidFill>
                  <a:srgbClr val="10243A"/>
                </a:solidFill>
              </a:defRPr>
            </a:lvl5pPr>
            <a:lvl6pPr>
              <a:buNone/>
              <a:defRPr sz="2550" b="1">
                <a:solidFill>
                  <a:srgbClr val="10243A"/>
                </a:solidFill>
              </a:defRPr>
            </a:lvl6pPr>
            <a:lvl7pPr>
              <a:buNone/>
              <a:defRPr sz="2550" b="1">
                <a:solidFill>
                  <a:srgbClr val="10243A"/>
                </a:solidFill>
              </a:defRPr>
            </a:lvl7pPr>
            <a:lvl8pPr>
              <a:buNone/>
              <a:defRPr sz="2550" b="1">
                <a:solidFill>
                  <a:srgbClr val="10243A"/>
                </a:solidFill>
              </a:defRPr>
            </a:lvl8pPr>
            <a:lvl9pPr>
              <a:buNone/>
              <a:defRPr sz="25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Heart model: internal cross-validation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D0188-E926-4FC9-9A10-BC9F4A01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B3B51-B534-447E-AD46-B54AF02C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CARDIOTWIN AI  •  INDEPENDENT STUDENT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80ED5-CC15-4697-B809-9F9868A6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B992A-23D2-4BD2-9895-6D6FF1C5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5D7182"/>
                </a:solidFill>
              </a:defRPr>
            </a:defPPr>
            <a:lvl1pPr>
              <a:buNone/>
              <a:defRPr sz="1350" b="1">
                <a:solidFill>
                  <a:srgbClr val="5D7182"/>
                </a:solidFill>
              </a:defRPr>
            </a:lvl1pPr>
            <a:lvl2pPr>
              <a:buNone/>
              <a:defRPr sz="1350" b="1">
                <a:solidFill>
                  <a:srgbClr val="5D7182"/>
                </a:solidFill>
              </a:defRPr>
            </a:lvl2pPr>
            <a:lvl3pPr>
              <a:buNone/>
              <a:defRPr sz="1350" b="1">
                <a:solidFill>
                  <a:srgbClr val="5D7182"/>
                </a:solidFill>
              </a:defRPr>
            </a:lvl3pPr>
            <a:lvl4pPr>
              <a:buNone/>
              <a:defRPr sz="1350" b="1">
                <a:solidFill>
                  <a:srgbClr val="5D7182"/>
                </a:solidFill>
              </a:defRPr>
            </a:lvl4pPr>
            <a:lvl5pPr>
              <a:buNone/>
              <a:defRPr sz="1350" b="1">
                <a:solidFill>
                  <a:srgbClr val="5D7182"/>
                </a:solidFill>
              </a:defRPr>
            </a:lvl5pPr>
            <a:lvl6pPr>
              <a:buNone/>
              <a:defRPr sz="1350" b="1">
                <a:solidFill>
                  <a:srgbClr val="5D7182"/>
                </a:solidFill>
              </a:defRPr>
            </a:lvl6pPr>
            <a:lvl7pPr>
              <a:buNone/>
              <a:defRPr sz="1350" b="1">
                <a:solidFill>
                  <a:srgbClr val="5D7182"/>
                </a:solidFill>
              </a:defRPr>
            </a:lvl7pPr>
            <a:lvl8pPr>
              <a:buNone/>
              <a:defRPr sz="1350" b="1">
                <a:solidFill>
                  <a:srgbClr val="5D7182"/>
                </a:solidFill>
              </a:defRPr>
            </a:lvl8pPr>
            <a:lvl9pPr>
              <a:buNone/>
              <a:defRPr sz="1350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5D7182"/>
                </a:solidFill>
              </a:defRPr>
            </a:pPr>
            <a:r>
              <a:rPr sz="1350" b="1">
                <a:solidFill>
                  <a:srgbClr val="5D7182"/>
                </a:solidFill>
              </a:rPr>
              <a:t>UCI Cleveland • 303 rows • 13 inputs • Stratified 5-fold CV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EAC2C-BD84-4F14-AFAF-CA2E971D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43A"/>
                </a:solidFill>
              </a:defRPr>
            </a:defPPr>
            <a:lvl1pPr>
              <a:buNone/>
              <a:defRPr sz="1500" b="1">
                <a:solidFill>
                  <a:srgbClr val="10243A"/>
                </a:solidFill>
              </a:defRPr>
            </a:lvl1pPr>
            <a:lvl2pPr>
              <a:buNone/>
              <a:defRPr sz="1500" b="1">
                <a:solidFill>
                  <a:srgbClr val="10243A"/>
                </a:solidFill>
              </a:defRPr>
            </a:lvl2pPr>
            <a:lvl3pPr>
              <a:buNone/>
              <a:defRPr sz="1500" b="1">
                <a:solidFill>
                  <a:srgbClr val="10243A"/>
                </a:solidFill>
              </a:defRPr>
            </a:lvl3pPr>
            <a:lvl4pPr>
              <a:buNone/>
              <a:defRPr sz="1500" b="1">
                <a:solidFill>
                  <a:srgbClr val="10243A"/>
                </a:solidFill>
              </a:defRPr>
            </a:lvl4pPr>
            <a:lvl5pPr>
              <a:buNone/>
              <a:defRPr sz="1500" b="1">
                <a:solidFill>
                  <a:srgbClr val="10243A"/>
                </a:solidFill>
              </a:defRPr>
            </a:lvl5pPr>
            <a:lvl6pPr>
              <a:buNone/>
              <a:defRPr sz="1500" b="1">
                <a:solidFill>
                  <a:srgbClr val="10243A"/>
                </a:solidFill>
              </a:defRPr>
            </a:lvl6pPr>
            <a:lvl7pPr>
              <a:buNone/>
              <a:defRPr sz="1500" b="1">
                <a:solidFill>
                  <a:srgbClr val="10243A"/>
                </a:solidFill>
              </a:defRPr>
            </a:lvl7pPr>
            <a:lvl8pPr>
              <a:buNone/>
              <a:defRPr sz="1500" b="1">
                <a:solidFill>
                  <a:srgbClr val="10243A"/>
                </a:solidFill>
              </a:defRPr>
            </a:lvl8pPr>
            <a:lvl9pPr>
              <a:buNone/>
              <a:defRPr sz="150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1CF8B-AAFA-49D1-9ED8-549DBF5F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76475"/>
            <a:ext cx="609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3FF58-1A30-484E-9225-97DEABDD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76475"/>
            <a:ext cx="5209642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8F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F9FD2-8F8F-47E4-B06C-70FA5E46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38375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43A"/>
                </a:solidFill>
              </a:defRPr>
            </a:defPPr>
            <a:lvl1pPr>
              <a:buNone/>
              <a:defRPr sz="1650" b="1">
                <a:solidFill>
                  <a:srgbClr val="10243A"/>
                </a:solidFill>
              </a:defRPr>
            </a:lvl1pPr>
            <a:lvl2pPr>
              <a:buNone/>
              <a:defRPr sz="1650" b="1">
                <a:solidFill>
                  <a:srgbClr val="10243A"/>
                </a:solidFill>
              </a:defRPr>
            </a:lvl2pPr>
            <a:lvl3pPr>
              <a:buNone/>
              <a:defRPr sz="1650" b="1">
                <a:solidFill>
                  <a:srgbClr val="10243A"/>
                </a:solidFill>
              </a:defRPr>
            </a:lvl3pPr>
            <a:lvl4pPr>
              <a:buNone/>
              <a:defRPr sz="1650" b="1">
                <a:solidFill>
                  <a:srgbClr val="10243A"/>
                </a:solidFill>
              </a:defRPr>
            </a:lvl4pPr>
            <a:lvl5pPr>
              <a:buNone/>
              <a:defRPr sz="1650" b="1">
                <a:solidFill>
                  <a:srgbClr val="10243A"/>
                </a:solidFill>
              </a:defRPr>
            </a:lvl5pPr>
            <a:lvl6pPr>
              <a:buNone/>
              <a:defRPr sz="1650" b="1">
                <a:solidFill>
                  <a:srgbClr val="10243A"/>
                </a:solidFill>
              </a:defRPr>
            </a:lvl6pPr>
            <a:lvl7pPr>
              <a:buNone/>
              <a:defRPr sz="1650" b="1">
                <a:solidFill>
                  <a:srgbClr val="10243A"/>
                </a:solidFill>
              </a:defRPr>
            </a:lvl7pPr>
            <a:lvl8pPr>
              <a:buNone/>
              <a:defRPr sz="1650" b="1">
                <a:solidFill>
                  <a:srgbClr val="10243A"/>
                </a:solidFill>
              </a:defRPr>
            </a:lvl8pPr>
            <a:lvl9pPr>
              <a:buNone/>
              <a:defRPr sz="16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85.46%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1F815-2D9A-48CC-B1E9-0BD3EB33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38375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D7182"/>
                </a:solidFill>
              </a:defRPr>
            </a:defPPr>
            <a:lvl1pPr>
              <a:buNone/>
              <a:defRPr sz="1275" b="0">
                <a:solidFill>
                  <a:srgbClr val="5D7182"/>
                </a:solidFill>
              </a:defRPr>
            </a:lvl1pPr>
            <a:lvl2pPr>
              <a:buNone/>
              <a:defRPr sz="1275" b="0">
                <a:solidFill>
                  <a:srgbClr val="5D7182"/>
                </a:solidFill>
              </a:defRPr>
            </a:lvl2pPr>
            <a:lvl3pPr>
              <a:buNone/>
              <a:defRPr sz="1275" b="0">
                <a:solidFill>
                  <a:srgbClr val="5D7182"/>
                </a:solidFill>
              </a:defRPr>
            </a:lvl3pPr>
            <a:lvl4pPr>
              <a:buNone/>
              <a:defRPr sz="1275" b="0">
                <a:solidFill>
                  <a:srgbClr val="5D7182"/>
                </a:solidFill>
              </a:defRPr>
            </a:lvl4pPr>
            <a:lvl5pPr>
              <a:buNone/>
              <a:defRPr sz="1275" b="0">
                <a:solidFill>
                  <a:srgbClr val="5D7182"/>
                </a:solidFill>
              </a:defRPr>
            </a:lvl5pPr>
            <a:lvl6pPr>
              <a:buNone/>
              <a:defRPr sz="1275" b="0">
                <a:solidFill>
                  <a:srgbClr val="5D7182"/>
                </a:solidFill>
              </a:defRPr>
            </a:lvl6pPr>
            <a:lvl7pPr>
              <a:buNone/>
              <a:defRPr sz="1275" b="0">
                <a:solidFill>
                  <a:srgbClr val="5D7182"/>
                </a:solidFill>
              </a:defRPr>
            </a:lvl7pPr>
            <a:lvl8pPr>
              <a:buNone/>
              <a:defRPr sz="1275" b="0">
                <a:solidFill>
                  <a:srgbClr val="5D7182"/>
                </a:solidFill>
              </a:defRPr>
            </a:lvl8pPr>
            <a:lvl9pPr>
              <a:buNone/>
              <a:defRPr sz="1275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D7182"/>
                </a:solidFill>
              </a:defRPr>
            </a:pPr>
            <a:r>
              <a:rPr sz="1275" b="0">
                <a:solidFill>
                  <a:srgbClr val="5D7182"/>
                </a:solidFill>
              </a:rPr>
              <a:t>± 3.42%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00839-2E2D-4478-AA89-8D2D86B2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43A"/>
                </a:solidFill>
              </a:defRPr>
            </a:defPPr>
            <a:lvl1pPr>
              <a:buNone/>
              <a:defRPr sz="1500" b="1">
                <a:solidFill>
                  <a:srgbClr val="10243A"/>
                </a:solidFill>
              </a:defRPr>
            </a:lvl1pPr>
            <a:lvl2pPr>
              <a:buNone/>
              <a:defRPr sz="1500" b="1">
                <a:solidFill>
                  <a:srgbClr val="10243A"/>
                </a:solidFill>
              </a:defRPr>
            </a:lvl2pPr>
            <a:lvl3pPr>
              <a:buNone/>
              <a:defRPr sz="1500" b="1">
                <a:solidFill>
                  <a:srgbClr val="10243A"/>
                </a:solidFill>
              </a:defRPr>
            </a:lvl3pPr>
            <a:lvl4pPr>
              <a:buNone/>
              <a:defRPr sz="1500" b="1">
                <a:solidFill>
                  <a:srgbClr val="10243A"/>
                </a:solidFill>
              </a:defRPr>
            </a:lvl4pPr>
            <a:lvl5pPr>
              <a:buNone/>
              <a:defRPr sz="1500" b="1">
                <a:solidFill>
                  <a:srgbClr val="10243A"/>
                </a:solidFill>
              </a:defRPr>
            </a:lvl5pPr>
            <a:lvl6pPr>
              <a:buNone/>
              <a:defRPr sz="1500" b="1">
                <a:solidFill>
                  <a:srgbClr val="10243A"/>
                </a:solidFill>
              </a:defRPr>
            </a:lvl6pPr>
            <a:lvl7pPr>
              <a:buNone/>
              <a:defRPr sz="1500" b="1">
                <a:solidFill>
                  <a:srgbClr val="10243A"/>
                </a:solidFill>
              </a:defRPr>
            </a:lvl7pPr>
            <a:lvl8pPr>
              <a:buNone/>
              <a:defRPr sz="1500" b="1">
                <a:solidFill>
                  <a:srgbClr val="10243A"/>
                </a:solidFill>
              </a:defRPr>
            </a:lvl8pPr>
            <a:lvl9pPr>
              <a:buNone/>
              <a:defRPr sz="150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Macro 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882FAC-5502-4199-9A7B-9A61E3E4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609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DA2B9-B26E-4068-9444-BB52608C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5115763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8F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8A9FC-45A8-4FCE-9B43-F3034C4B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19450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43A"/>
                </a:solidFill>
              </a:defRPr>
            </a:defPPr>
            <a:lvl1pPr>
              <a:buNone/>
              <a:defRPr sz="1650" b="1">
                <a:solidFill>
                  <a:srgbClr val="10243A"/>
                </a:solidFill>
              </a:defRPr>
            </a:lvl1pPr>
            <a:lvl2pPr>
              <a:buNone/>
              <a:defRPr sz="1650" b="1">
                <a:solidFill>
                  <a:srgbClr val="10243A"/>
                </a:solidFill>
              </a:defRPr>
            </a:lvl2pPr>
            <a:lvl3pPr>
              <a:buNone/>
              <a:defRPr sz="1650" b="1">
                <a:solidFill>
                  <a:srgbClr val="10243A"/>
                </a:solidFill>
              </a:defRPr>
            </a:lvl3pPr>
            <a:lvl4pPr>
              <a:buNone/>
              <a:defRPr sz="1650" b="1">
                <a:solidFill>
                  <a:srgbClr val="10243A"/>
                </a:solidFill>
              </a:defRPr>
            </a:lvl4pPr>
            <a:lvl5pPr>
              <a:buNone/>
              <a:defRPr sz="1650" b="1">
                <a:solidFill>
                  <a:srgbClr val="10243A"/>
                </a:solidFill>
              </a:defRPr>
            </a:lvl5pPr>
            <a:lvl6pPr>
              <a:buNone/>
              <a:defRPr sz="1650" b="1">
                <a:solidFill>
                  <a:srgbClr val="10243A"/>
                </a:solidFill>
              </a:defRPr>
            </a:lvl6pPr>
            <a:lvl7pPr>
              <a:buNone/>
              <a:defRPr sz="1650" b="1">
                <a:solidFill>
                  <a:srgbClr val="10243A"/>
                </a:solidFill>
              </a:defRPr>
            </a:lvl7pPr>
            <a:lvl8pPr>
              <a:buNone/>
              <a:defRPr sz="1650" b="1">
                <a:solidFill>
                  <a:srgbClr val="10243A"/>
                </a:solidFill>
              </a:defRPr>
            </a:lvl8pPr>
            <a:lvl9pPr>
              <a:buNone/>
              <a:defRPr sz="16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83.92%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D7A75-7B16-4F59-A24C-A1E1DAA1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19450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D7182"/>
                </a:solidFill>
              </a:defRPr>
            </a:defPPr>
            <a:lvl1pPr>
              <a:buNone/>
              <a:defRPr sz="1275" b="0">
                <a:solidFill>
                  <a:srgbClr val="5D7182"/>
                </a:solidFill>
              </a:defRPr>
            </a:lvl1pPr>
            <a:lvl2pPr>
              <a:buNone/>
              <a:defRPr sz="1275" b="0">
                <a:solidFill>
                  <a:srgbClr val="5D7182"/>
                </a:solidFill>
              </a:defRPr>
            </a:lvl2pPr>
            <a:lvl3pPr>
              <a:buNone/>
              <a:defRPr sz="1275" b="0">
                <a:solidFill>
                  <a:srgbClr val="5D7182"/>
                </a:solidFill>
              </a:defRPr>
            </a:lvl3pPr>
            <a:lvl4pPr>
              <a:buNone/>
              <a:defRPr sz="1275" b="0">
                <a:solidFill>
                  <a:srgbClr val="5D7182"/>
                </a:solidFill>
              </a:defRPr>
            </a:lvl4pPr>
            <a:lvl5pPr>
              <a:buNone/>
              <a:defRPr sz="1275" b="0">
                <a:solidFill>
                  <a:srgbClr val="5D7182"/>
                </a:solidFill>
              </a:defRPr>
            </a:lvl5pPr>
            <a:lvl6pPr>
              <a:buNone/>
              <a:defRPr sz="1275" b="0">
                <a:solidFill>
                  <a:srgbClr val="5D7182"/>
                </a:solidFill>
              </a:defRPr>
            </a:lvl6pPr>
            <a:lvl7pPr>
              <a:buNone/>
              <a:defRPr sz="1275" b="0">
                <a:solidFill>
                  <a:srgbClr val="5D7182"/>
                </a:solidFill>
              </a:defRPr>
            </a:lvl7pPr>
            <a:lvl8pPr>
              <a:buNone/>
              <a:defRPr sz="1275" b="0">
                <a:solidFill>
                  <a:srgbClr val="5D7182"/>
                </a:solidFill>
              </a:defRPr>
            </a:lvl8pPr>
            <a:lvl9pPr>
              <a:buNone/>
              <a:defRPr sz="1275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D7182"/>
                </a:solidFill>
              </a:defRPr>
            </a:pPr>
            <a:r>
              <a:rPr sz="1275" b="0">
                <a:solidFill>
                  <a:srgbClr val="5D7182"/>
                </a:solidFill>
              </a:rPr>
              <a:t>± 3.69%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B05F3-5BB2-42B7-8AD7-E635B08F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43A"/>
                </a:solidFill>
              </a:defRPr>
            </a:defPPr>
            <a:lvl1pPr>
              <a:buNone/>
              <a:defRPr sz="1500" b="1">
                <a:solidFill>
                  <a:srgbClr val="10243A"/>
                </a:solidFill>
              </a:defRPr>
            </a:lvl1pPr>
            <a:lvl2pPr>
              <a:buNone/>
              <a:defRPr sz="1500" b="1">
                <a:solidFill>
                  <a:srgbClr val="10243A"/>
                </a:solidFill>
              </a:defRPr>
            </a:lvl2pPr>
            <a:lvl3pPr>
              <a:buNone/>
              <a:defRPr sz="1500" b="1">
                <a:solidFill>
                  <a:srgbClr val="10243A"/>
                </a:solidFill>
              </a:defRPr>
            </a:lvl3pPr>
            <a:lvl4pPr>
              <a:buNone/>
              <a:defRPr sz="1500" b="1">
                <a:solidFill>
                  <a:srgbClr val="10243A"/>
                </a:solidFill>
              </a:defRPr>
            </a:lvl4pPr>
            <a:lvl5pPr>
              <a:buNone/>
              <a:defRPr sz="1500" b="1">
                <a:solidFill>
                  <a:srgbClr val="10243A"/>
                </a:solidFill>
              </a:defRPr>
            </a:lvl5pPr>
            <a:lvl6pPr>
              <a:buNone/>
              <a:defRPr sz="1500" b="1">
                <a:solidFill>
                  <a:srgbClr val="10243A"/>
                </a:solidFill>
              </a:defRPr>
            </a:lvl6pPr>
            <a:lvl7pPr>
              <a:buNone/>
              <a:defRPr sz="1500" b="1">
                <a:solidFill>
                  <a:srgbClr val="10243A"/>
                </a:solidFill>
              </a:defRPr>
            </a:lvl7pPr>
            <a:lvl8pPr>
              <a:buNone/>
              <a:defRPr sz="1500" b="1">
                <a:solidFill>
                  <a:srgbClr val="10243A"/>
                </a:solidFill>
              </a:defRPr>
            </a:lvl8pPr>
            <a:lvl9pPr>
              <a:buNone/>
              <a:defRPr sz="150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ROC–AUC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6525DD-ABFD-4847-ABB3-B9E2AE45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38625"/>
            <a:ext cx="6096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D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48FE1-F5FF-49B3-8FA8-4237597C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38625"/>
            <a:ext cx="5514442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C34FDE-0F5D-4B5B-8E09-D5140D36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00525"/>
            <a:ext cx="131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0243A"/>
                </a:solidFill>
              </a:defRPr>
            </a:defPPr>
            <a:lvl1pPr>
              <a:buNone/>
              <a:defRPr sz="1650" b="1">
                <a:solidFill>
                  <a:srgbClr val="10243A"/>
                </a:solidFill>
              </a:defRPr>
            </a:lvl1pPr>
            <a:lvl2pPr>
              <a:buNone/>
              <a:defRPr sz="1650" b="1">
                <a:solidFill>
                  <a:srgbClr val="10243A"/>
                </a:solidFill>
              </a:defRPr>
            </a:lvl2pPr>
            <a:lvl3pPr>
              <a:buNone/>
              <a:defRPr sz="1650" b="1">
                <a:solidFill>
                  <a:srgbClr val="10243A"/>
                </a:solidFill>
              </a:defRPr>
            </a:lvl3pPr>
            <a:lvl4pPr>
              <a:buNone/>
              <a:defRPr sz="1650" b="1">
                <a:solidFill>
                  <a:srgbClr val="10243A"/>
                </a:solidFill>
              </a:defRPr>
            </a:lvl4pPr>
            <a:lvl5pPr>
              <a:buNone/>
              <a:defRPr sz="1650" b="1">
                <a:solidFill>
                  <a:srgbClr val="10243A"/>
                </a:solidFill>
              </a:defRPr>
            </a:lvl5pPr>
            <a:lvl6pPr>
              <a:buNone/>
              <a:defRPr sz="1650" b="1">
                <a:solidFill>
                  <a:srgbClr val="10243A"/>
                </a:solidFill>
              </a:defRPr>
            </a:lvl6pPr>
            <a:lvl7pPr>
              <a:buNone/>
              <a:defRPr sz="1650" b="1">
                <a:solidFill>
                  <a:srgbClr val="10243A"/>
                </a:solidFill>
              </a:defRPr>
            </a:lvl7pPr>
            <a:lvl8pPr>
              <a:buNone/>
              <a:defRPr sz="1650" b="1">
                <a:solidFill>
                  <a:srgbClr val="10243A"/>
                </a:solidFill>
              </a:defRPr>
            </a:lvl8pPr>
            <a:lvl9pPr>
              <a:buNone/>
              <a:defRPr sz="16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0243A"/>
                </a:solidFill>
              </a:defRPr>
            </a:pPr>
            <a:r>
              <a:rPr sz="1650" b="1">
                <a:solidFill>
                  <a:srgbClr val="10243A"/>
                </a:solidFill>
              </a:rPr>
              <a:t>90.46%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3096A7-C2C4-4C3D-86DB-A6A8BE43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00525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D7182"/>
                </a:solidFill>
              </a:defRPr>
            </a:defPPr>
            <a:lvl1pPr>
              <a:buNone/>
              <a:defRPr sz="1275" b="0">
                <a:solidFill>
                  <a:srgbClr val="5D7182"/>
                </a:solidFill>
              </a:defRPr>
            </a:lvl1pPr>
            <a:lvl2pPr>
              <a:buNone/>
              <a:defRPr sz="1275" b="0">
                <a:solidFill>
                  <a:srgbClr val="5D7182"/>
                </a:solidFill>
              </a:defRPr>
            </a:lvl2pPr>
            <a:lvl3pPr>
              <a:buNone/>
              <a:defRPr sz="1275" b="0">
                <a:solidFill>
                  <a:srgbClr val="5D7182"/>
                </a:solidFill>
              </a:defRPr>
            </a:lvl3pPr>
            <a:lvl4pPr>
              <a:buNone/>
              <a:defRPr sz="1275" b="0">
                <a:solidFill>
                  <a:srgbClr val="5D7182"/>
                </a:solidFill>
              </a:defRPr>
            </a:lvl4pPr>
            <a:lvl5pPr>
              <a:buNone/>
              <a:defRPr sz="1275" b="0">
                <a:solidFill>
                  <a:srgbClr val="5D7182"/>
                </a:solidFill>
              </a:defRPr>
            </a:lvl5pPr>
            <a:lvl6pPr>
              <a:buNone/>
              <a:defRPr sz="1275" b="0">
                <a:solidFill>
                  <a:srgbClr val="5D7182"/>
                </a:solidFill>
              </a:defRPr>
            </a:lvl6pPr>
            <a:lvl7pPr>
              <a:buNone/>
              <a:defRPr sz="1275" b="0">
                <a:solidFill>
                  <a:srgbClr val="5D7182"/>
                </a:solidFill>
              </a:defRPr>
            </a:lvl7pPr>
            <a:lvl8pPr>
              <a:buNone/>
              <a:defRPr sz="1275" b="0">
                <a:solidFill>
                  <a:srgbClr val="5D7182"/>
                </a:solidFill>
              </a:defRPr>
            </a:lvl8pPr>
            <a:lvl9pPr>
              <a:buNone/>
              <a:defRPr sz="1275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D7182"/>
                </a:solidFill>
              </a:defRPr>
            </a:pPr>
            <a:r>
              <a:rPr sz="1275" b="0">
                <a:solidFill>
                  <a:srgbClr val="5D7182"/>
                </a:solidFill>
              </a:rPr>
              <a:t>± 2.80%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C689A-6BE5-4A07-8BEA-DB463E6F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10858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59E5C-9ED4-47B3-B663-A64E876C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76875"/>
            <a:ext cx="1040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43A"/>
                </a:solidFill>
              </a:defRPr>
            </a:defPPr>
            <a:lvl1pPr>
              <a:buNone/>
              <a:defRPr sz="1350" b="1">
                <a:solidFill>
                  <a:srgbClr val="10243A"/>
                </a:solidFill>
              </a:defRPr>
            </a:lvl1pPr>
            <a:lvl2pPr>
              <a:buNone/>
              <a:defRPr sz="1350" b="1">
                <a:solidFill>
                  <a:srgbClr val="10243A"/>
                </a:solidFill>
              </a:defRPr>
            </a:lvl2pPr>
            <a:lvl3pPr>
              <a:buNone/>
              <a:defRPr sz="1350" b="1">
                <a:solidFill>
                  <a:srgbClr val="10243A"/>
                </a:solidFill>
              </a:defRPr>
            </a:lvl3pPr>
            <a:lvl4pPr>
              <a:buNone/>
              <a:defRPr sz="1350" b="1">
                <a:solidFill>
                  <a:srgbClr val="10243A"/>
                </a:solidFill>
              </a:defRPr>
            </a:lvl4pPr>
            <a:lvl5pPr>
              <a:buNone/>
              <a:defRPr sz="1350" b="1">
                <a:solidFill>
                  <a:srgbClr val="10243A"/>
                </a:solidFill>
              </a:defRPr>
            </a:lvl5pPr>
            <a:lvl6pPr>
              <a:buNone/>
              <a:defRPr sz="1350" b="1">
                <a:solidFill>
                  <a:srgbClr val="10243A"/>
                </a:solidFill>
              </a:defRPr>
            </a:lvl6pPr>
            <a:lvl7pPr>
              <a:buNone/>
              <a:defRPr sz="1350" b="1">
                <a:solidFill>
                  <a:srgbClr val="10243A"/>
                </a:solidFill>
              </a:defRPr>
            </a:lvl7pPr>
            <a:lvl8pPr>
              <a:buNone/>
              <a:defRPr sz="1350" b="1">
                <a:solidFill>
                  <a:srgbClr val="10243A"/>
                </a:solidFill>
              </a:defRPr>
            </a:lvl8pPr>
            <a:lvl9pPr>
              <a:buNone/>
              <a:defRPr sz="13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10243A"/>
                </a:solidFill>
              </a:defRPr>
            </a:pPr>
            <a:r>
              <a:rPr sz="1350" b="1">
                <a:solidFill>
                  <a:srgbClr val="10243A"/>
                </a:solidFill>
              </a:rPr>
              <a:t>These are internal 5-fold cross-validation results—not external validation or a clinical performance claim.</a:t>
            </a:r>
          </a:p>
        </p:txBody>
      </p:sp>
    </p:spTree>
    <p:extLst>
      <p:ext uri="{BB962C8B-B14F-4D97-AF65-F5344CB8AC3E}">
        <p14:creationId xmlns:p14="http://schemas.microsoft.com/office/powerpoint/2010/main" val="4068469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007F7-9794-443D-BFA3-3CCF7131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CA6A3"/>
                </a:solidFill>
              </a:defRPr>
            </a:defPPr>
            <a:lvl1pPr>
              <a:buNone/>
              <a:defRPr sz="975" b="1">
                <a:solidFill>
                  <a:srgbClr val="1CA6A3"/>
                </a:solidFill>
              </a:defRPr>
            </a:lvl1pPr>
            <a:lvl2pPr>
              <a:buNone/>
              <a:defRPr sz="975" b="1">
                <a:solidFill>
                  <a:srgbClr val="1CA6A3"/>
                </a:solidFill>
              </a:defRPr>
            </a:lvl2pPr>
            <a:lvl3pPr>
              <a:buNone/>
              <a:defRPr sz="975" b="1">
                <a:solidFill>
                  <a:srgbClr val="1CA6A3"/>
                </a:solidFill>
              </a:defRPr>
            </a:lvl3pPr>
            <a:lvl4pPr>
              <a:buNone/>
              <a:defRPr sz="975" b="1">
                <a:solidFill>
                  <a:srgbClr val="1CA6A3"/>
                </a:solidFill>
              </a:defRPr>
            </a:lvl4pPr>
            <a:lvl5pPr>
              <a:buNone/>
              <a:defRPr sz="975" b="1">
                <a:solidFill>
                  <a:srgbClr val="1CA6A3"/>
                </a:solidFill>
              </a:defRPr>
            </a:lvl5pPr>
            <a:lvl6pPr>
              <a:buNone/>
              <a:defRPr sz="975" b="1">
                <a:solidFill>
                  <a:srgbClr val="1CA6A3"/>
                </a:solidFill>
              </a:defRPr>
            </a:lvl6pPr>
            <a:lvl7pPr>
              <a:buNone/>
              <a:defRPr sz="975" b="1">
                <a:solidFill>
                  <a:srgbClr val="1CA6A3"/>
                </a:solidFill>
              </a:defRPr>
            </a:lvl7pPr>
            <a:lvl8pPr>
              <a:buNone/>
              <a:defRPr sz="975" b="1">
                <a:solidFill>
                  <a:srgbClr val="1CA6A3"/>
                </a:solidFill>
              </a:defRPr>
            </a:lvl8pPr>
            <a:lvl9pPr>
              <a:buNone/>
              <a:defRPr sz="9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CA6A3"/>
                </a:solidFill>
              </a:defRPr>
            </a:pPr>
            <a:r>
              <a:rPr sz="975" b="1">
                <a:solidFill>
                  <a:srgbClr val="1CA6A3"/>
                </a:solidFill>
              </a:rPr>
              <a:t>06  /  INTEGRATION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415FC-5209-4C48-A066-A8DD0667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43A"/>
                </a:solidFill>
              </a:defRPr>
            </a:defPPr>
            <a:lvl1pPr>
              <a:buNone/>
              <a:defRPr sz="2550" b="1">
                <a:solidFill>
                  <a:srgbClr val="10243A"/>
                </a:solidFill>
              </a:defRPr>
            </a:lvl1pPr>
            <a:lvl2pPr>
              <a:buNone/>
              <a:defRPr sz="2550" b="1">
                <a:solidFill>
                  <a:srgbClr val="10243A"/>
                </a:solidFill>
              </a:defRPr>
            </a:lvl2pPr>
            <a:lvl3pPr>
              <a:buNone/>
              <a:defRPr sz="2550" b="1">
                <a:solidFill>
                  <a:srgbClr val="10243A"/>
                </a:solidFill>
              </a:defRPr>
            </a:lvl3pPr>
            <a:lvl4pPr>
              <a:buNone/>
              <a:defRPr sz="2550" b="1">
                <a:solidFill>
                  <a:srgbClr val="10243A"/>
                </a:solidFill>
              </a:defRPr>
            </a:lvl4pPr>
            <a:lvl5pPr>
              <a:buNone/>
              <a:defRPr sz="2550" b="1">
                <a:solidFill>
                  <a:srgbClr val="10243A"/>
                </a:solidFill>
              </a:defRPr>
            </a:lvl5pPr>
            <a:lvl6pPr>
              <a:buNone/>
              <a:defRPr sz="2550" b="1">
                <a:solidFill>
                  <a:srgbClr val="10243A"/>
                </a:solidFill>
              </a:defRPr>
            </a:lvl6pPr>
            <a:lvl7pPr>
              <a:buNone/>
              <a:defRPr sz="2550" b="1">
                <a:solidFill>
                  <a:srgbClr val="10243A"/>
                </a:solidFill>
              </a:defRPr>
            </a:lvl7pPr>
            <a:lvl8pPr>
              <a:buNone/>
              <a:defRPr sz="2550" b="1">
                <a:solidFill>
                  <a:srgbClr val="10243A"/>
                </a:solidFill>
              </a:defRPr>
            </a:lvl8pPr>
            <a:lvl9pPr>
              <a:buNone/>
              <a:defRPr sz="25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What is ready—and what is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1BF0E-55DF-4E41-AB71-F7CBE6DD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D1EA6-2201-483D-9BA3-C0C4F411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CARDIOTWIN AI  •  INDEPENDENT STUDENT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17A34-E48C-4308-A845-148D5858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308F5-4C9B-4AA5-8135-8BF27CED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51435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C3C66-5D34-4089-8F03-BD288C2A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0243A"/>
                </a:solidFill>
              </a:defRPr>
            </a:defPPr>
            <a:lvl1pPr>
              <a:buNone/>
              <a:defRPr sz="1725" b="1">
                <a:solidFill>
                  <a:srgbClr val="10243A"/>
                </a:solidFill>
              </a:defRPr>
            </a:lvl1pPr>
            <a:lvl2pPr>
              <a:buNone/>
              <a:defRPr sz="1725" b="1">
                <a:solidFill>
                  <a:srgbClr val="10243A"/>
                </a:solidFill>
              </a:defRPr>
            </a:lvl2pPr>
            <a:lvl3pPr>
              <a:buNone/>
              <a:defRPr sz="1725" b="1">
                <a:solidFill>
                  <a:srgbClr val="10243A"/>
                </a:solidFill>
              </a:defRPr>
            </a:lvl3pPr>
            <a:lvl4pPr>
              <a:buNone/>
              <a:defRPr sz="1725" b="1">
                <a:solidFill>
                  <a:srgbClr val="10243A"/>
                </a:solidFill>
              </a:defRPr>
            </a:lvl4pPr>
            <a:lvl5pPr>
              <a:buNone/>
              <a:defRPr sz="1725" b="1">
                <a:solidFill>
                  <a:srgbClr val="10243A"/>
                </a:solidFill>
              </a:defRPr>
            </a:lvl5pPr>
            <a:lvl6pPr>
              <a:buNone/>
              <a:defRPr sz="1725" b="1">
                <a:solidFill>
                  <a:srgbClr val="10243A"/>
                </a:solidFill>
              </a:defRPr>
            </a:lvl6pPr>
            <a:lvl7pPr>
              <a:buNone/>
              <a:defRPr sz="1725" b="1">
                <a:solidFill>
                  <a:srgbClr val="10243A"/>
                </a:solidFill>
              </a:defRPr>
            </a:lvl7pPr>
            <a:lvl8pPr>
              <a:buNone/>
              <a:defRPr sz="1725" b="1">
                <a:solidFill>
                  <a:srgbClr val="10243A"/>
                </a:solidFill>
              </a:defRPr>
            </a:lvl8pPr>
            <a:lvl9pPr>
              <a:buNone/>
              <a:defRPr sz="172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Diabetes survey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A2A97-6B41-4755-AF4E-A8527446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0E6E9-B9DD-4B31-84E6-F6EBC7CF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9B6C1D"/>
                </a:solidFill>
              </a:defRPr>
            </a:defPPr>
            <a:lvl1pPr>
              <a:buNone/>
              <a:defRPr sz="975" b="1">
                <a:solidFill>
                  <a:srgbClr val="9B6C1D"/>
                </a:solidFill>
              </a:defRPr>
            </a:lvl1pPr>
            <a:lvl2pPr>
              <a:buNone/>
              <a:defRPr sz="975" b="1">
                <a:solidFill>
                  <a:srgbClr val="9B6C1D"/>
                </a:solidFill>
              </a:defRPr>
            </a:lvl2pPr>
            <a:lvl3pPr>
              <a:buNone/>
              <a:defRPr sz="975" b="1">
                <a:solidFill>
                  <a:srgbClr val="9B6C1D"/>
                </a:solidFill>
              </a:defRPr>
            </a:lvl3pPr>
            <a:lvl4pPr>
              <a:buNone/>
              <a:defRPr sz="975" b="1">
                <a:solidFill>
                  <a:srgbClr val="9B6C1D"/>
                </a:solidFill>
              </a:defRPr>
            </a:lvl4pPr>
            <a:lvl5pPr>
              <a:buNone/>
              <a:defRPr sz="975" b="1">
                <a:solidFill>
                  <a:srgbClr val="9B6C1D"/>
                </a:solidFill>
              </a:defRPr>
            </a:lvl5pPr>
            <a:lvl6pPr>
              <a:buNone/>
              <a:defRPr sz="975" b="1">
                <a:solidFill>
                  <a:srgbClr val="9B6C1D"/>
                </a:solidFill>
              </a:defRPr>
            </a:lvl6pPr>
            <a:lvl7pPr>
              <a:buNone/>
              <a:defRPr sz="975" b="1">
                <a:solidFill>
                  <a:srgbClr val="9B6C1D"/>
                </a:solidFill>
              </a:defRPr>
            </a:lvl7pPr>
            <a:lvl8pPr>
              <a:buNone/>
              <a:defRPr sz="975" b="1">
                <a:solidFill>
                  <a:srgbClr val="9B6C1D"/>
                </a:solidFill>
              </a:defRPr>
            </a:lvl8pPr>
            <a:lvl9pPr>
              <a:buNone/>
              <a:defRPr sz="975" b="1">
                <a:solidFill>
                  <a:srgbClr val="9B6C1D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9B6C1D"/>
                </a:solidFill>
              </a:defRPr>
            </a:pPr>
            <a:r>
              <a:rPr sz="975" b="1">
                <a:solidFill>
                  <a:srgbClr val="9B6C1D"/>
                </a:solidFill>
              </a:rPr>
              <a:t>NOT DEPLOYED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A0AE2-AB02-410C-86E1-16436BCB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5D7182"/>
                </a:solidFill>
              </a:defRPr>
            </a:defPPr>
            <a:lvl1pPr>
              <a:buNone/>
              <a:defRPr sz="1350" b="1">
                <a:solidFill>
                  <a:srgbClr val="5D7182"/>
                </a:solidFill>
              </a:defRPr>
            </a:lvl1pPr>
            <a:lvl2pPr>
              <a:buNone/>
              <a:defRPr sz="1350" b="1">
                <a:solidFill>
                  <a:srgbClr val="5D7182"/>
                </a:solidFill>
              </a:defRPr>
            </a:lvl2pPr>
            <a:lvl3pPr>
              <a:buNone/>
              <a:defRPr sz="1350" b="1">
                <a:solidFill>
                  <a:srgbClr val="5D7182"/>
                </a:solidFill>
              </a:defRPr>
            </a:lvl3pPr>
            <a:lvl4pPr>
              <a:buNone/>
              <a:defRPr sz="1350" b="1">
                <a:solidFill>
                  <a:srgbClr val="5D7182"/>
                </a:solidFill>
              </a:defRPr>
            </a:lvl4pPr>
            <a:lvl5pPr>
              <a:buNone/>
              <a:defRPr sz="1350" b="1">
                <a:solidFill>
                  <a:srgbClr val="5D7182"/>
                </a:solidFill>
              </a:defRPr>
            </a:lvl5pPr>
            <a:lvl6pPr>
              <a:buNone/>
              <a:defRPr sz="1350" b="1">
                <a:solidFill>
                  <a:srgbClr val="5D7182"/>
                </a:solidFill>
              </a:defRPr>
            </a:lvl6pPr>
            <a:lvl7pPr>
              <a:buNone/>
              <a:defRPr sz="1350" b="1">
                <a:solidFill>
                  <a:srgbClr val="5D7182"/>
                </a:solidFill>
              </a:defRPr>
            </a:lvl7pPr>
            <a:lvl8pPr>
              <a:buNone/>
              <a:defRPr sz="1350" b="1">
                <a:solidFill>
                  <a:srgbClr val="5D7182"/>
                </a:solidFill>
              </a:defRPr>
            </a:lvl8pPr>
            <a:lvl9pPr>
              <a:buNone/>
              <a:defRPr sz="1350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5D7182"/>
                </a:solidFill>
              </a:defRPr>
            </a:pPr>
            <a:r>
              <a:rPr sz="1350" b="1">
                <a:solidFill>
                  <a:srgbClr val="5D7182"/>
                </a:solidFill>
              </a:rPr>
              <a:t>CDC BRFSS 2015  ·  21 survey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D710E-445B-4F4F-8C5E-938EFBF1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19475"/>
            <a:ext cx="4457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73047"/>
                </a:solidFill>
              </a:defRPr>
            </a:defPPr>
            <a:lvl1pPr>
              <a:buNone/>
              <a:defRPr sz="1500" b="1">
                <a:solidFill>
                  <a:srgbClr val="173047"/>
                </a:solidFill>
              </a:defRPr>
            </a:lvl1pPr>
            <a:lvl2pPr>
              <a:buNone/>
              <a:defRPr sz="1500" b="1">
                <a:solidFill>
                  <a:srgbClr val="173047"/>
                </a:solidFill>
              </a:defRPr>
            </a:lvl2pPr>
            <a:lvl3pPr>
              <a:buNone/>
              <a:defRPr sz="1500" b="1">
                <a:solidFill>
                  <a:srgbClr val="173047"/>
                </a:solidFill>
              </a:defRPr>
            </a:lvl3pPr>
            <a:lvl4pPr>
              <a:buNone/>
              <a:defRPr sz="1500" b="1">
                <a:solidFill>
                  <a:srgbClr val="173047"/>
                </a:solidFill>
              </a:defRPr>
            </a:lvl4pPr>
            <a:lvl5pPr>
              <a:buNone/>
              <a:defRPr sz="1500" b="1">
                <a:solidFill>
                  <a:srgbClr val="173047"/>
                </a:solidFill>
              </a:defRPr>
            </a:lvl5pPr>
            <a:lvl6pPr>
              <a:buNone/>
              <a:defRPr sz="1500" b="1">
                <a:solidFill>
                  <a:srgbClr val="173047"/>
                </a:solidFill>
              </a:defRPr>
            </a:lvl6pPr>
            <a:lvl7pPr>
              <a:buNone/>
              <a:defRPr sz="1500" b="1">
                <a:solidFill>
                  <a:srgbClr val="173047"/>
                </a:solidFill>
              </a:defRPr>
            </a:lvl7pPr>
            <a:lvl8pPr>
              <a:buNone/>
              <a:defRPr sz="1500" b="1">
                <a:solidFill>
                  <a:srgbClr val="173047"/>
                </a:solidFill>
              </a:defRPr>
            </a:lvl8pPr>
            <a:lvl9pPr>
              <a:buNone/>
              <a:defRPr sz="1500" b="1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73047"/>
                </a:solidFill>
              </a:defRPr>
            </a:pPr>
            <a:r>
              <a:rPr sz="1500" b="1">
                <a:solidFill>
                  <a:srgbClr val="173047"/>
                </a:solidFill>
              </a:rPr>
              <a:t>Holdout: accuracy 80.02%  |  F1 46.48%  |  ROC–AUC 81.28%  |  PR–AUC 43.24%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8E292-DC56-47D2-BB9C-5EA0589A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D7182"/>
                </a:solidFill>
              </a:defRPr>
            </a:defPPr>
            <a:lvl1pPr>
              <a:buNone/>
              <a:defRPr sz="1200" b="0">
                <a:solidFill>
                  <a:srgbClr val="5D7182"/>
                </a:solidFill>
              </a:defRPr>
            </a:lvl1pPr>
            <a:lvl2pPr>
              <a:buNone/>
              <a:defRPr sz="1200" b="0">
                <a:solidFill>
                  <a:srgbClr val="5D7182"/>
                </a:solidFill>
              </a:defRPr>
            </a:lvl2pPr>
            <a:lvl3pPr>
              <a:buNone/>
              <a:defRPr sz="1200" b="0">
                <a:solidFill>
                  <a:srgbClr val="5D7182"/>
                </a:solidFill>
              </a:defRPr>
            </a:lvl3pPr>
            <a:lvl4pPr>
              <a:buNone/>
              <a:defRPr sz="1200" b="0">
                <a:solidFill>
                  <a:srgbClr val="5D7182"/>
                </a:solidFill>
              </a:defRPr>
            </a:lvl4pPr>
            <a:lvl5pPr>
              <a:buNone/>
              <a:defRPr sz="1200" b="0">
                <a:solidFill>
                  <a:srgbClr val="5D7182"/>
                </a:solidFill>
              </a:defRPr>
            </a:lvl5pPr>
            <a:lvl6pPr>
              <a:buNone/>
              <a:defRPr sz="1200" b="0">
                <a:solidFill>
                  <a:srgbClr val="5D7182"/>
                </a:solidFill>
              </a:defRPr>
            </a:lvl6pPr>
            <a:lvl7pPr>
              <a:buNone/>
              <a:defRPr sz="1200" b="0">
                <a:solidFill>
                  <a:srgbClr val="5D7182"/>
                </a:solidFill>
              </a:defRPr>
            </a:lvl7pPr>
            <a:lvl8pPr>
              <a:buNone/>
              <a:defRPr sz="1200" b="0">
                <a:solidFill>
                  <a:srgbClr val="5D7182"/>
                </a:solidFill>
              </a:defRPr>
            </a:lvl8pPr>
            <a:lvl9pPr>
              <a:buNone/>
              <a:defRPr sz="1200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D7182"/>
                </a:solidFill>
              </a:defRPr>
            </a:pPr>
            <a:r>
              <a:rPr sz="1200" b="0">
                <a:solidFill>
                  <a:srgbClr val="5D7182"/>
                </a:solidFill>
              </a:rPr>
              <a:t>Low precision/recall trade-offs; not a personal risk estimate.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105DB-1150-4D0B-A7D8-087ECE76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09725"/>
            <a:ext cx="51435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F2CA1-EDA2-46D1-99E0-5CB5F12C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669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10243A"/>
                </a:solidFill>
              </a:defRPr>
            </a:defPPr>
            <a:lvl1pPr>
              <a:buNone/>
              <a:defRPr sz="1725" b="1">
                <a:solidFill>
                  <a:srgbClr val="10243A"/>
                </a:solidFill>
              </a:defRPr>
            </a:lvl1pPr>
            <a:lvl2pPr>
              <a:buNone/>
              <a:defRPr sz="1725" b="1">
                <a:solidFill>
                  <a:srgbClr val="10243A"/>
                </a:solidFill>
              </a:defRPr>
            </a:lvl2pPr>
            <a:lvl3pPr>
              <a:buNone/>
              <a:defRPr sz="1725" b="1">
                <a:solidFill>
                  <a:srgbClr val="10243A"/>
                </a:solidFill>
              </a:defRPr>
            </a:lvl3pPr>
            <a:lvl4pPr>
              <a:buNone/>
              <a:defRPr sz="1725" b="1">
                <a:solidFill>
                  <a:srgbClr val="10243A"/>
                </a:solidFill>
              </a:defRPr>
            </a:lvl4pPr>
            <a:lvl5pPr>
              <a:buNone/>
              <a:defRPr sz="1725" b="1">
                <a:solidFill>
                  <a:srgbClr val="10243A"/>
                </a:solidFill>
              </a:defRPr>
            </a:lvl5pPr>
            <a:lvl6pPr>
              <a:buNone/>
              <a:defRPr sz="1725" b="1">
                <a:solidFill>
                  <a:srgbClr val="10243A"/>
                </a:solidFill>
              </a:defRPr>
            </a:lvl6pPr>
            <a:lvl7pPr>
              <a:buNone/>
              <a:defRPr sz="1725" b="1">
                <a:solidFill>
                  <a:srgbClr val="10243A"/>
                </a:solidFill>
              </a:defRPr>
            </a:lvl7pPr>
            <a:lvl8pPr>
              <a:buNone/>
              <a:defRPr sz="1725" b="1">
                <a:solidFill>
                  <a:srgbClr val="10243A"/>
                </a:solidFill>
              </a:defRPr>
            </a:lvl8pPr>
            <a:lvl9pPr>
              <a:buNone/>
              <a:defRPr sz="172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0243A"/>
                </a:solidFill>
              </a:defRPr>
            </a:pPr>
            <a:r>
              <a:rPr sz="1725" b="1">
                <a:solidFill>
                  <a:srgbClr val="10243A"/>
                </a:solidFill>
              </a:rPr>
              <a:t>ECG beat classifier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76591A-2799-43BE-B09F-2717F854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FF313-352C-4567-9781-B6809B71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241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9B6C1D"/>
                </a:solidFill>
              </a:defRPr>
            </a:defPPr>
            <a:lvl1pPr>
              <a:buNone/>
              <a:defRPr sz="975" b="1">
                <a:solidFill>
                  <a:srgbClr val="9B6C1D"/>
                </a:solidFill>
              </a:defRPr>
            </a:lvl1pPr>
            <a:lvl2pPr>
              <a:buNone/>
              <a:defRPr sz="975" b="1">
                <a:solidFill>
                  <a:srgbClr val="9B6C1D"/>
                </a:solidFill>
              </a:defRPr>
            </a:lvl2pPr>
            <a:lvl3pPr>
              <a:buNone/>
              <a:defRPr sz="975" b="1">
                <a:solidFill>
                  <a:srgbClr val="9B6C1D"/>
                </a:solidFill>
              </a:defRPr>
            </a:lvl3pPr>
            <a:lvl4pPr>
              <a:buNone/>
              <a:defRPr sz="975" b="1">
                <a:solidFill>
                  <a:srgbClr val="9B6C1D"/>
                </a:solidFill>
              </a:defRPr>
            </a:lvl4pPr>
            <a:lvl5pPr>
              <a:buNone/>
              <a:defRPr sz="975" b="1">
                <a:solidFill>
                  <a:srgbClr val="9B6C1D"/>
                </a:solidFill>
              </a:defRPr>
            </a:lvl5pPr>
            <a:lvl6pPr>
              <a:buNone/>
              <a:defRPr sz="975" b="1">
                <a:solidFill>
                  <a:srgbClr val="9B6C1D"/>
                </a:solidFill>
              </a:defRPr>
            </a:lvl6pPr>
            <a:lvl7pPr>
              <a:buNone/>
              <a:defRPr sz="975" b="1">
                <a:solidFill>
                  <a:srgbClr val="9B6C1D"/>
                </a:solidFill>
              </a:defRPr>
            </a:lvl7pPr>
            <a:lvl8pPr>
              <a:buNone/>
              <a:defRPr sz="975" b="1">
                <a:solidFill>
                  <a:srgbClr val="9B6C1D"/>
                </a:solidFill>
              </a:defRPr>
            </a:lvl8pPr>
            <a:lvl9pPr>
              <a:buNone/>
              <a:defRPr sz="975" b="1">
                <a:solidFill>
                  <a:srgbClr val="9B6C1D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9B6C1D"/>
                </a:solidFill>
              </a:defRPr>
            </a:pPr>
            <a:r>
              <a:rPr sz="975" b="1">
                <a:solidFill>
                  <a:srgbClr val="9B6C1D"/>
                </a:solidFill>
              </a:rPr>
              <a:t>NOT DEPLOYED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057EC-923A-4749-B2C6-9C09C63E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5D7182"/>
                </a:solidFill>
              </a:defRPr>
            </a:defPPr>
            <a:lvl1pPr>
              <a:buNone/>
              <a:defRPr sz="1350" b="1">
                <a:solidFill>
                  <a:srgbClr val="5D7182"/>
                </a:solidFill>
              </a:defRPr>
            </a:lvl1pPr>
            <a:lvl2pPr>
              <a:buNone/>
              <a:defRPr sz="1350" b="1">
                <a:solidFill>
                  <a:srgbClr val="5D7182"/>
                </a:solidFill>
              </a:defRPr>
            </a:lvl2pPr>
            <a:lvl3pPr>
              <a:buNone/>
              <a:defRPr sz="1350" b="1">
                <a:solidFill>
                  <a:srgbClr val="5D7182"/>
                </a:solidFill>
              </a:defRPr>
            </a:lvl3pPr>
            <a:lvl4pPr>
              <a:buNone/>
              <a:defRPr sz="1350" b="1">
                <a:solidFill>
                  <a:srgbClr val="5D7182"/>
                </a:solidFill>
              </a:defRPr>
            </a:lvl4pPr>
            <a:lvl5pPr>
              <a:buNone/>
              <a:defRPr sz="1350" b="1">
                <a:solidFill>
                  <a:srgbClr val="5D7182"/>
                </a:solidFill>
              </a:defRPr>
            </a:lvl5pPr>
            <a:lvl6pPr>
              <a:buNone/>
              <a:defRPr sz="1350" b="1">
                <a:solidFill>
                  <a:srgbClr val="5D7182"/>
                </a:solidFill>
              </a:defRPr>
            </a:lvl6pPr>
            <a:lvl7pPr>
              <a:buNone/>
              <a:defRPr sz="1350" b="1">
                <a:solidFill>
                  <a:srgbClr val="5D7182"/>
                </a:solidFill>
              </a:defRPr>
            </a:lvl7pPr>
            <a:lvl8pPr>
              <a:buNone/>
              <a:defRPr sz="1350" b="1">
                <a:solidFill>
                  <a:srgbClr val="5D7182"/>
                </a:solidFill>
              </a:defRPr>
            </a:lvl8pPr>
            <a:lvl9pPr>
              <a:buNone/>
              <a:defRPr sz="1350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5D7182"/>
                </a:solidFill>
              </a:defRPr>
            </a:pPr>
            <a:r>
              <a:rPr sz="1350" b="1">
                <a:solidFill>
                  <a:srgbClr val="5D7182"/>
                </a:solidFill>
              </a:rPr>
              <a:t>MIT-BIH  ·  13 engineered MLII/V1/RR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43124-47BA-4E2B-B513-AB26422E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8CAF6-821A-45EB-9C8F-3D5973C2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43300"/>
            <a:ext cx="4210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173047"/>
                </a:solidFill>
              </a:defRPr>
            </a:defPPr>
            <a:lvl1pPr>
              <a:buNone/>
              <a:defRPr sz="1275" b="0">
                <a:solidFill>
                  <a:srgbClr val="173047"/>
                </a:solidFill>
              </a:defRPr>
            </a:lvl1pPr>
            <a:lvl2pPr>
              <a:buNone/>
              <a:defRPr sz="1275" b="0">
                <a:solidFill>
                  <a:srgbClr val="173047"/>
                </a:solidFill>
              </a:defRPr>
            </a:lvl2pPr>
            <a:lvl3pPr>
              <a:buNone/>
              <a:defRPr sz="1275" b="0">
                <a:solidFill>
                  <a:srgbClr val="173047"/>
                </a:solidFill>
              </a:defRPr>
            </a:lvl3pPr>
            <a:lvl4pPr>
              <a:buNone/>
              <a:defRPr sz="1275" b="0">
                <a:solidFill>
                  <a:srgbClr val="173047"/>
                </a:solidFill>
              </a:defRPr>
            </a:lvl4pPr>
            <a:lvl5pPr>
              <a:buNone/>
              <a:defRPr sz="1275" b="0">
                <a:solidFill>
                  <a:srgbClr val="173047"/>
                </a:solidFill>
              </a:defRPr>
            </a:lvl5pPr>
            <a:lvl6pPr>
              <a:buNone/>
              <a:defRPr sz="1275" b="0">
                <a:solidFill>
                  <a:srgbClr val="173047"/>
                </a:solidFill>
              </a:defRPr>
            </a:lvl6pPr>
            <a:lvl7pPr>
              <a:buNone/>
              <a:defRPr sz="1275" b="0">
                <a:solidFill>
                  <a:srgbClr val="173047"/>
                </a:solidFill>
              </a:defRPr>
            </a:lvl7pPr>
            <a:lvl8pPr>
              <a:buNone/>
              <a:defRPr sz="1275" b="0">
                <a:solidFill>
                  <a:srgbClr val="173047"/>
                </a:solidFill>
              </a:defRPr>
            </a:lvl8pPr>
            <a:lvl9pPr>
              <a:buNone/>
              <a:defRPr sz="1275" b="0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3047"/>
                </a:solidFill>
              </a:defRPr>
            </a:pPr>
            <a:r>
              <a:rPr sz="1275" b="0">
                <a:solidFill>
                  <a:srgbClr val="173047"/>
                </a:solidFill>
              </a:rPr>
              <a:t>Experimental model; minority-class detection is limited.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C22EE-038E-453D-9ECC-6719487D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91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FDD62-7C79-406C-BE2D-C618BED9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86225"/>
            <a:ext cx="4210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173047"/>
                </a:solidFill>
              </a:defRPr>
            </a:defPPr>
            <a:lvl1pPr>
              <a:buNone/>
              <a:defRPr sz="1275" b="0">
                <a:solidFill>
                  <a:srgbClr val="173047"/>
                </a:solidFill>
              </a:defRPr>
            </a:lvl1pPr>
            <a:lvl2pPr>
              <a:buNone/>
              <a:defRPr sz="1275" b="0">
                <a:solidFill>
                  <a:srgbClr val="173047"/>
                </a:solidFill>
              </a:defRPr>
            </a:lvl2pPr>
            <a:lvl3pPr>
              <a:buNone/>
              <a:defRPr sz="1275" b="0">
                <a:solidFill>
                  <a:srgbClr val="173047"/>
                </a:solidFill>
              </a:defRPr>
            </a:lvl3pPr>
            <a:lvl4pPr>
              <a:buNone/>
              <a:defRPr sz="1275" b="0">
                <a:solidFill>
                  <a:srgbClr val="173047"/>
                </a:solidFill>
              </a:defRPr>
            </a:lvl4pPr>
            <a:lvl5pPr>
              <a:buNone/>
              <a:defRPr sz="1275" b="0">
                <a:solidFill>
                  <a:srgbClr val="173047"/>
                </a:solidFill>
              </a:defRPr>
            </a:lvl5pPr>
            <a:lvl6pPr>
              <a:buNone/>
              <a:defRPr sz="1275" b="0">
                <a:solidFill>
                  <a:srgbClr val="173047"/>
                </a:solidFill>
              </a:defRPr>
            </a:lvl6pPr>
            <a:lvl7pPr>
              <a:buNone/>
              <a:defRPr sz="1275" b="0">
                <a:solidFill>
                  <a:srgbClr val="173047"/>
                </a:solidFill>
              </a:defRPr>
            </a:lvl7pPr>
            <a:lvl8pPr>
              <a:buNone/>
              <a:defRPr sz="1275" b="0">
                <a:solidFill>
                  <a:srgbClr val="173047"/>
                </a:solidFill>
              </a:defRPr>
            </a:lvl8pPr>
            <a:lvl9pPr>
              <a:buNone/>
              <a:defRPr sz="1275" b="0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3047"/>
                </a:solidFill>
              </a:defRPr>
            </a:pPr>
            <a:r>
              <a:rPr sz="1275" b="0">
                <a:solidFill>
                  <a:srgbClr val="173047"/>
                </a:solidFill>
              </a:rPr>
              <a:t>Requires matching preprocessing and engineered inputs.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1D0CE9-1853-4EF8-B42E-9CA37203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733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6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62A15-A70B-4916-A0FE-3F6A2405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29150"/>
            <a:ext cx="4210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173047"/>
                </a:solidFill>
              </a:defRPr>
            </a:defPPr>
            <a:lvl1pPr>
              <a:buNone/>
              <a:defRPr sz="1275" b="0">
                <a:solidFill>
                  <a:srgbClr val="173047"/>
                </a:solidFill>
              </a:defRPr>
            </a:lvl1pPr>
            <a:lvl2pPr>
              <a:buNone/>
              <a:defRPr sz="1275" b="0">
                <a:solidFill>
                  <a:srgbClr val="173047"/>
                </a:solidFill>
              </a:defRPr>
            </a:lvl2pPr>
            <a:lvl3pPr>
              <a:buNone/>
              <a:defRPr sz="1275" b="0">
                <a:solidFill>
                  <a:srgbClr val="173047"/>
                </a:solidFill>
              </a:defRPr>
            </a:lvl3pPr>
            <a:lvl4pPr>
              <a:buNone/>
              <a:defRPr sz="1275" b="0">
                <a:solidFill>
                  <a:srgbClr val="173047"/>
                </a:solidFill>
              </a:defRPr>
            </a:lvl4pPr>
            <a:lvl5pPr>
              <a:buNone/>
              <a:defRPr sz="1275" b="0">
                <a:solidFill>
                  <a:srgbClr val="173047"/>
                </a:solidFill>
              </a:defRPr>
            </a:lvl5pPr>
            <a:lvl6pPr>
              <a:buNone/>
              <a:defRPr sz="1275" b="0">
                <a:solidFill>
                  <a:srgbClr val="173047"/>
                </a:solidFill>
              </a:defRPr>
            </a:lvl6pPr>
            <a:lvl7pPr>
              <a:buNone/>
              <a:defRPr sz="1275" b="0">
                <a:solidFill>
                  <a:srgbClr val="173047"/>
                </a:solidFill>
              </a:defRPr>
            </a:lvl7pPr>
            <a:lvl8pPr>
              <a:buNone/>
              <a:defRPr sz="1275" b="0">
                <a:solidFill>
                  <a:srgbClr val="173047"/>
                </a:solidFill>
              </a:defRPr>
            </a:lvl8pPr>
            <a:lvl9pPr>
              <a:buNone/>
              <a:defRPr sz="1275" b="0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3047"/>
                </a:solidFill>
              </a:defRPr>
            </a:pPr>
            <a:r>
              <a:rPr sz="1275" b="0">
                <a:solidFill>
                  <a:srgbClr val="173047"/>
                </a:solidFill>
              </a:rPr>
              <a:t>Does not accept raw ECG or wearable waveform uploads.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B5499-C1DB-45CE-9A74-E980676D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CA6A3"/>
                </a:solidFill>
              </a:defRPr>
            </a:defPPr>
            <a:lvl1pPr>
              <a:buNone/>
              <a:defRPr sz="1275" b="1">
                <a:solidFill>
                  <a:srgbClr val="1CA6A3"/>
                </a:solidFill>
              </a:defRPr>
            </a:lvl1pPr>
            <a:lvl2pPr>
              <a:buNone/>
              <a:defRPr sz="1275" b="1">
                <a:solidFill>
                  <a:srgbClr val="1CA6A3"/>
                </a:solidFill>
              </a:defRPr>
            </a:lvl2pPr>
            <a:lvl3pPr>
              <a:buNone/>
              <a:defRPr sz="1275" b="1">
                <a:solidFill>
                  <a:srgbClr val="1CA6A3"/>
                </a:solidFill>
              </a:defRPr>
            </a:lvl3pPr>
            <a:lvl4pPr>
              <a:buNone/>
              <a:defRPr sz="1275" b="1">
                <a:solidFill>
                  <a:srgbClr val="1CA6A3"/>
                </a:solidFill>
              </a:defRPr>
            </a:lvl4pPr>
            <a:lvl5pPr>
              <a:buNone/>
              <a:defRPr sz="1275" b="1">
                <a:solidFill>
                  <a:srgbClr val="1CA6A3"/>
                </a:solidFill>
              </a:defRPr>
            </a:lvl5pPr>
            <a:lvl6pPr>
              <a:buNone/>
              <a:defRPr sz="1275" b="1">
                <a:solidFill>
                  <a:srgbClr val="1CA6A3"/>
                </a:solidFill>
              </a:defRPr>
            </a:lvl6pPr>
            <a:lvl7pPr>
              <a:buNone/>
              <a:defRPr sz="1275" b="1">
                <a:solidFill>
                  <a:srgbClr val="1CA6A3"/>
                </a:solidFill>
              </a:defRPr>
            </a:lvl7pPr>
            <a:lvl8pPr>
              <a:buNone/>
              <a:defRPr sz="1275" b="1">
                <a:solidFill>
                  <a:srgbClr val="1CA6A3"/>
                </a:solidFill>
              </a:defRPr>
            </a:lvl8pPr>
            <a:lvl9pPr>
              <a:buNone/>
              <a:defRPr sz="12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CA6A3"/>
                </a:solidFill>
              </a:defRPr>
            </a:pPr>
            <a:r>
              <a:rPr sz="1275" b="1">
                <a:solidFill>
                  <a:srgbClr val="1CA6A3"/>
                </a:solidFill>
              </a:rPr>
              <a:t>The live site currently focuses on the heart assessment experience.</a:t>
            </a:r>
          </a:p>
        </p:txBody>
      </p:sp>
    </p:spTree>
    <p:extLst>
      <p:ext uri="{BB962C8B-B14F-4D97-AF65-F5344CB8AC3E}">
        <p14:creationId xmlns:p14="http://schemas.microsoft.com/office/powerpoint/2010/main" val="333193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21EB12-D8DC-4BDF-92DE-0D3C4049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CA6A3"/>
                </a:solidFill>
              </a:defRPr>
            </a:defPPr>
            <a:lvl1pPr>
              <a:buNone/>
              <a:defRPr sz="975" b="1">
                <a:solidFill>
                  <a:srgbClr val="1CA6A3"/>
                </a:solidFill>
              </a:defRPr>
            </a:lvl1pPr>
            <a:lvl2pPr>
              <a:buNone/>
              <a:defRPr sz="975" b="1">
                <a:solidFill>
                  <a:srgbClr val="1CA6A3"/>
                </a:solidFill>
              </a:defRPr>
            </a:lvl2pPr>
            <a:lvl3pPr>
              <a:buNone/>
              <a:defRPr sz="975" b="1">
                <a:solidFill>
                  <a:srgbClr val="1CA6A3"/>
                </a:solidFill>
              </a:defRPr>
            </a:lvl3pPr>
            <a:lvl4pPr>
              <a:buNone/>
              <a:defRPr sz="975" b="1">
                <a:solidFill>
                  <a:srgbClr val="1CA6A3"/>
                </a:solidFill>
              </a:defRPr>
            </a:lvl4pPr>
            <a:lvl5pPr>
              <a:buNone/>
              <a:defRPr sz="975" b="1">
                <a:solidFill>
                  <a:srgbClr val="1CA6A3"/>
                </a:solidFill>
              </a:defRPr>
            </a:lvl5pPr>
            <a:lvl6pPr>
              <a:buNone/>
              <a:defRPr sz="975" b="1">
                <a:solidFill>
                  <a:srgbClr val="1CA6A3"/>
                </a:solidFill>
              </a:defRPr>
            </a:lvl6pPr>
            <a:lvl7pPr>
              <a:buNone/>
              <a:defRPr sz="975" b="1">
                <a:solidFill>
                  <a:srgbClr val="1CA6A3"/>
                </a:solidFill>
              </a:defRPr>
            </a:lvl7pPr>
            <a:lvl8pPr>
              <a:buNone/>
              <a:defRPr sz="975" b="1">
                <a:solidFill>
                  <a:srgbClr val="1CA6A3"/>
                </a:solidFill>
              </a:defRPr>
            </a:lvl8pPr>
            <a:lvl9pPr>
              <a:buNone/>
              <a:defRPr sz="9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CA6A3"/>
                </a:solidFill>
              </a:defRPr>
            </a:pPr>
            <a:r>
              <a:rPr sz="975" b="1">
                <a:solidFill>
                  <a:srgbClr val="1CA6A3"/>
                </a:solidFill>
              </a:rPr>
              <a:t>07  /  MODEL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EC45B-2D4E-44A5-803B-8CC1EBDB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43A"/>
                </a:solidFill>
              </a:defRPr>
            </a:defPPr>
            <a:lvl1pPr>
              <a:buNone/>
              <a:defRPr sz="2550" b="1">
                <a:solidFill>
                  <a:srgbClr val="10243A"/>
                </a:solidFill>
              </a:defRPr>
            </a:lvl1pPr>
            <a:lvl2pPr>
              <a:buNone/>
              <a:defRPr sz="2550" b="1">
                <a:solidFill>
                  <a:srgbClr val="10243A"/>
                </a:solidFill>
              </a:defRPr>
            </a:lvl2pPr>
            <a:lvl3pPr>
              <a:buNone/>
              <a:defRPr sz="2550" b="1">
                <a:solidFill>
                  <a:srgbClr val="10243A"/>
                </a:solidFill>
              </a:defRPr>
            </a:lvl3pPr>
            <a:lvl4pPr>
              <a:buNone/>
              <a:defRPr sz="2550" b="1">
                <a:solidFill>
                  <a:srgbClr val="10243A"/>
                </a:solidFill>
              </a:defRPr>
            </a:lvl4pPr>
            <a:lvl5pPr>
              <a:buNone/>
              <a:defRPr sz="2550" b="1">
                <a:solidFill>
                  <a:srgbClr val="10243A"/>
                </a:solidFill>
              </a:defRPr>
            </a:lvl5pPr>
            <a:lvl6pPr>
              <a:buNone/>
              <a:defRPr sz="2550" b="1">
                <a:solidFill>
                  <a:srgbClr val="10243A"/>
                </a:solidFill>
              </a:defRPr>
            </a:lvl6pPr>
            <a:lvl7pPr>
              <a:buNone/>
              <a:defRPr sz="2550" b="1">
                <a:solidFill>
                  <a:srgbClr val="10243A"/>
                </a:solidFill>
              </a:defRPr>
            </a:lvl7pPr>
            <a:lvl8pPr>
              <a:buNone/>
              <a:defRPr sz="2550" b="1">
                <a:solidFill>
                  <a:srgbClr val="10243A"/>
                </a:solidFill>
              </a:defRPr>
            </a:lvl8pPr>
            <a:lvl9pPr>
              <a:buNone/>
              <a:defRPr sz="25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Explainability: useful context, not 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B1590-913C-4C2B-9368-AB1D4550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0C03C-4DD9-422E-96D9-58891406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CARDIOTWIN AI  •  INDEPENDENT STUDENT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A3233-EFEE-4256-AC5C-B45209D2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C63F1-F21C-4294-A3BE-D4B7B717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47625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10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03E76-76EC-44AE-916D-8560FC96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73D2CB"/>
                </a:solidFill>
              </a:defRPr>
            </a:defPPr>
            <a:lvl1pPr>
              <a:buNone/>
              <a:defRPr sz="975" b="1">
                <a:solidFill>
                  <a:srgbClr val="73D2CB"/>
                </a:solidFill>
              </a:defRPr>
            </a:lvl1pPr>
            <a:lvl2pPr>
              <a:buNone/>
              <a:defRPr sz="975" b="1">
                <a:solidFill>
                  <a:srgbClr val="73D2CB"/>
                </a:solidFill>
              </a:defRPr>
            </a:lvl2pPr>
            <a:lvl3pPr>
              <a:buNone/>
              <a:defRPr sz="975" b="1">
                <a:solidFill>
                  <a:srgbClr val="73D2CB"/>
                </a:solidFill>
              </a:defRPr>
            </a:lvl3pPr>
            <a:lvl4pPr>
              <a:buNone/>
              <a:defRPr sz="975" b="1">
                <a:solidFill>
                  <a:srgbClr val="73D2CB"/>
                </a:solidFill>
              </a:defRPr>
            </a:lvl4pPr>
            <a:lvl5pPr>
              <a:buNone/>
              <a:defRPr sz="975" b="1">
                <a:solidFill>
                  <a:srgbClr val="73D2CB"/>
                </a:solidFill>
              </a:defRPr>
            </a:lvl5pPr>
            <a:lvl6pPr>
              <a:buNone/>
              <a:defRPr sz="975" b="1">
                <a:solidFill>
                  <a:srgbClr val="73D2CB"/>
                </a:solidFill>
              </a:defRPr>
            </a:lvl6pPr>
            <a:lvl7pPr>
              <a:buNone/>
              <a:defRPr sz="975" b="1">
                <a:solidFill>
                  <a:srgbClr val="73D2CB"/>
                </a:solidFill>
              </a:defRPr>
            </a:lvl7pPr>
            <a:lvl8pPr>
              <a:buNone/>
              <a:defRPr sz="975" b="1">
                <a:solidFill>
                  <a:srgbClr val="73D2CB"/>
                </a:solidFill>
              </a:defRPr>
            </a:lvl8pPr>
            <a:lvl9pPr>
              <a:buNone/>
              <a:defRPr sz="975" b="1">
                <a:solidFill>
                  <a:srgbClr val="73D2CB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73D2CB"/>
                </a:solidFill>
              </a:defRPr>
            </a:pPr>
            <a:r>
              <a:rPr sz="975" b="1">
                <a:solidFill>
                  <a:srgbClr val="73D2CB"/>
                </a:solidFill>
              </a:rPr>
              <a:t>EXAMPLE LIVE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B42A8-1A23-4383-ABAF-5618111D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  <a:lvl1pPr>
              <a:buNone/>
              <a:defRPr sz="3150" b="1">
                <a:solidFill>
                  <a:srgbClr val="FFFFFF"/>
                </a:solidFill>
              </a:defRPr>
            </a:lvl1pPr>
            <a:lvl2pPr>
              <a:buNone/>
              <a:defRPr sz="3150" b="1">
                <a:solidFill>
                  <a:srgbClr val="FFFFFF"/>
                </a:solidFill>
              </a:defRPr>
            </a:lvl2pPr>
            <a:lvl3pPr>
              <a:buNone/>
              <a:defRPr sz="3150" b="1">
                <a:solidFill>
                  <a:srgbClr val="FFFFFF"/>
                </a:solidFill>
              </a:defRPr>
            </a:lvl3pPr>
            <a:lvl4pPr>
              <a:buNone/>
              <a:defRPr sz="3150" b="1">
                <a:solidFill>
                  <a:srgbClr val="FFFFFF"/>
                </a:solidFill>
              </a:defRPr>
            </a:lvl4pPr>
            <a:lvl5pPr>
              <a:buNone/>
              <a:defRPr sz="3150" b="1">
                <a:solidFill>
                  <a:srgbClr val="FFFFFF"/>
                </a:solidFill>
              </a:defRPr>
            </a:lvl5pPr>
            <a:lvl6pPr>
              <a:buNone/>
              <a:defRPr sz="3150" b="1">
                <a:solidFill>
                  <a:srgbClr val="FFFFFF"/>
                </a:solidFill>
              </a:defRPr>
            </a:lvl6pPr>
            <a:lvl7pPr>
              <a:buNone/>
              <a:defRPr sz="3150" b="1">
                <a:solidFill>
                  <a:srgbClr val="FFFFFF"/>
                </a:solidFill>
              </a:defRPr>
            </a:lvl7pPr>
            <a:lvl8pPr>
              <a:buNone/>
              <a:defRPr sz="3150" b="1">
                <a:solidFill>
                  <a:srgbClr val="FFFFFF"/>
                </a:solidFill>
              </a:defRPr>
            </a:lvl8pPr>
            <a:lvl9pPr>
              <a:buNone/>
              <a:defRPr sz="31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Class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DB4D2-6318-4B30-BC77-DE1F3C61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D5E4EA"/>
                </a:solidFill>
              </a:defRPr>
            </a:defPPr>
            <a:lvl1pPr>
              <a:buNone/>
              <a:defRPr sz="1425" b="0">
                <a:solidFill>
                  <a:srgbClr val="D5E4EA"/>
                </a:solidFill>
              </a:defRPr>
            </a:lvl1pPr>
            <a:lvl2pPr>
              <a:buNone/>
              <a:defRPr sz="1425" b="0">
                <a:solidFill>
                  <a:srgbClr val="D5E4EA"/>
                </a:solidFill>
              </a:defRPr>
            </a:lvl2pPr>
            <a:lvl3pPr>
              <a:buNone/>
              <a:defRPr sz="1425" b="0">
                <a:solidFill>
                  <a:srgbClr val="D5E4EA"/>
                </a:solidFill>
              </a:defRPr>
            </a:lvl3pPr>
            <a:lvl4pPr>
              <a:buNone/>
              <a:defRPr sz="1425" b="0">
                <a:solidFill>
                  <a:srgbClr val="D5E4EA"/>
                </a:solidFill>
              </a:defRPr>
            </a:lvl4pPr>
            <a:lvl5pPr>
              <a:buNone/>
              <a:defRPr sz="1425" b="0">
                <a:solidFill>
                  <a:srgbClr val="D5E4EA"/>
                </a:solidFill>
              </a:defRPr>
            </a:lvl5pPr>
            <a:lvl6pPr>
              <a:buNone/>
              <a:defRPr sz="1425" b="0">
                <a:solidFill>
                  <a:srgbClr val="D5E4EA"/>
                </a:solidFill>
              </a:defRPr>
            </a:lvl6pPr>
            <a:lvl7pPr>
              <a:buNone/>
              <a:defRPr sz="1425" b="0">
                <a:solidFill>
                  <a:srgbClr val="D5E4EA"/>
                </a:solidFill>
              </a:defRPr>
            </a:lvl7pPr>
            <a:lvl8pPr>
              <a:buNone/>
              <a:defRPr sz="1425" b="0">
                <a:solidFill>
                  <a:srgbClr val="D5E4EA"/>
                </a:solidFill>
              </a:defRPr>
            </a:lvl8pPr>
            <a:lvl9pPr>
              <a:buNone/>
              <a:defRPr sz="1425" b="0">
                <a:solidFill>
                  <a:srgbClr val="D5E4EA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D5E4EA"/>
                </a:solidFill>
              </a:defRPr>
            </a:pPr>
            <a:r>
              <a:rPr sz="1425" b="0">
                <a:solidFill>
                  <a:srgbClr val="D5E4EA"/>
                </a:solidFill>
              </a:rPr>
              <a:t>Original UCI label: absence of heart disease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4B578-AB65-4F55-A230-AE2E96B2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2907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B3486-E90C-4F4E-8169-4C8A8621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FFFFFF"/>
                </a:solidFill>
              </a:defRPr>
            </a:defPPr>
            <a:lvl1pPr>
              <a:buNone/>
              <a:defRPr sz="1425" b="1">
                <a:solidFill>
                  <a:srgbClr val="FFFFFF"/>
                </a:solidFill>
              </a:defRPr>
            </a:lvl1pPr>
            <a:lvl2pPr>
              <a:buNone/>
              <a:defRPr sz="1425" b="1">
                <a:solidFill>
                  <a:srgbClr val="FFFFFF"/>
                </a:solidFill>
              </a:defRPr>
            </a:lvl2pPr>
            <a:lvl3pPr>
              <a:buNone/>
              <a:defRPr sz="1425" b="1">
                <a:solidFill>
                  <a:srgbClr val="FFFFFF"/>
                </a:solidFill>
              </a:defRPr>
            </a:lvl3pPr>
            <a:lvl4pPr>
              <a:buNone/>
              <a:defRPr sz="1425" b="1">
                <a:solidFill>
                  <a:srgbClr val="FFFFFF"/>
                </a:solidFill>
              </a:defRPr>
            </a:lvl4pPr>
            <a:lvl5pPr>
              <a:buNone/>
              <a:defRPr sz="1425" b="1">
                <a:solidFill>
                  <a:srgbClr val="FFFFFF"/>
                </a:solidFill>
              </a:defRPr>
            </a:lvl5pPr>
            <a:lvl6pPr>
              <a:buNone/>
              <a:defRPr sz="1425" b="1">
                <a:solidFill>
                  <a:srgbClr val="FFFFFF"/>
                </a:solidFill>
              </a:defRPr>
            </a:lvl6pPr>
            <a:lvl7pPr>
              <a:buNone/>
              <a:defRPr sz="1425" b="1">
                <a:solidFill>
                  <a:srgbClr val="FFFFFF"/>
                </a:solidFill>
              </a:defRPr>
            </a:lvl7pPr>
            <a:lvl8pPr>
              <a:buNone/>
              <a:defRPr sz="1425" b="1">
                <a:solidFill>
                  <a:srgbClr val="FFFFFF"/>
                </a:solidFill>
              </a:defRPr>
            </a:lvl8pPr>
            <a:lvl9pPr>
              <a:buNone/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Decision score  −1.4507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4F7FE-646D-486E-813F-C10C0C78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4307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0243A"/>
                </a:solidFill>
              </a:defRPr>
            </a:defPPr>
            <a:lvl1pPr>
              <a:buNone/>
              <a:defRPr sz="1800" b="1">
                <a:solidFill>
                  <a:srgbClr val="10243A"/>
                </a:solidFill>
              </a:defRPr>
            </a:lvl1pPr>
            <a:lvl2pPr>
              <a:buNone/>
              <a:defRPr sz="1800" b="1">
                <a:solidFill>
                  <a:srgbClr val="10243A"/>
                </a:solidFill>
              </a:defRPr>
            </a:lvl2pPr>
            <a:lvl3pPr>
              <a:buNone/>
              <a:defRPr sz="1800" b="1">
                <a:solidFill>
                  <a:srgbClr val="10243A"/>
                </a:solidFill>
              </a:defRPr>
            </a:lvl3pPr>
            <a:lvl4pPr>
              <a:buNone/>
              <a:defRPr sz="1800" b="1">
                <a:solidFill>
                  <a:srgbClr val="10243A"/>
                </a:solidFill>
              </a:defRPr>
            </a:lvl4pPr>
            <a:lvl5pPr>
              <a:buNone/>
              <a:defRPr sz="1800" b="1">
                <a:solidFill>
                  <a:srgbClr val="10243A"/>
                </a:solidFill>
              </a:defRPr>
            </a:lvl5pPr>
            <a:lvl6pPr>
              <a:buNone/>
              <a:defRPr sz="1800" b="1">
                <a:solidFill>
                  <a:srgbClr val="10243A"/>
                </a:solidFill>
              </a:defRPr>
            </a:lvl6pPr>
            <a:lvl7pPr>
              <a:buNone/>
              <a:defRPr sz="1800" b="1">
                <a:solidFill>
                  <a:srgbClr val="10243A"/>
                </a:solidFill>
              </a:defRPr>
            </a:lvl7pPr>
            <a:lvl8pPr>
              <a:buNone/>
              <a:defRPr sz="1800" b="1">
                <a:solidFill>
                  <a:srgbClr val="10243A"/>
                </a:solidFill>
              </a:defRPr>
            </a:lvl8pPr>
            <a:lvl9pPr>
              <a:buNone/>
              <a:defRPr sz="180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0243A"/>
                </a:solidFill>
              </a:defRPr>
            </a:pPr>
            <a:r>
              <a:rPr sz="1800" b="1">
                <a:solidFill>
                  <a:srgbClr val="10243A"/>
                </a:solidFill>
              </a:rPr>
              <a:t>How to read this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404B3-7598-4EE3-BBCE-2B40DC93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428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EBDAD-E88B-4DAD-9D3B-87546BDE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24100"/>
            <a:ext cx="5105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3047"/>
                </a:solidFill>
              </a:defRPr>
            </a:defPPr>
            <a:lvl1pPr>
              <a:buNone/>
              <a:defRPr sz="1350" b="0">
                <a:solidFill>
                  <a:srgbClr val="173047"/>
                </a:solidFill>
              </a:defRPr>
            </a:lvl1pPr>
            <a:lvl2pPr>
              <a:buNone/>
              <a:defRPr sz="1350" b="0">
                <a:solidFill>
                  <a:srgbClr val="173047"/>
                </a:solidFill>
              </a:defRPr>
            </a:lvl2pPr>
            <a:lvl3pPr>
              <a:buNone/>
              <a:defRPr sz="1350" b="0">
                <a:solidFill>
                  <a:srgbClr val="173047"/>
                </a:solidFill>
              </a:defRPr>
            </a:lvl3pPr>
            <a:lvl4pPr>
              <a:buNone/>
              <a:defRPr sz="1350" b="0">
                <a:solidFill>
                  <a:srgbClr val="173047"/>
                </a:solidFill>
              </a:defRPr>
            </a:lvl4pPr>
            <a:lvl5pPr>
              <a:buNone/>
              <a:defRPr sz="1350" b="0">
                <a:solidFill>
                  <a:srgbClr val="173047"/>
                </a:solidFill>
              </a:defRPr>
            </a:lvl5pPr>
            <a:lvl6pPr>
              <a:buNone/>
              <a:defRPr sz="1350" b="0">
                <a:solidFill>
                  <a:srgbClr val="173047"/>
                </a:solidFill>
              </a:defRPr>
            </a:lvl6pPr>
            <a:lvl7pPr>
              <a:buNone/>
              <a:defRPr sz="1350" b="0">
                <a:solidFill>
                  <a:srgbClr val="173047"/>
                </a:solidFill>
              </a:defRPr>
            </a:lvl7pPr>
            <a:lvl8pPr>
              <a:buNone/>
              <a:defRPr sz="1350" b="0">
                <a:solidFill>
                  <a:srgbClr val="173047"/>
                </a:solidFill>
              </a:defRPr>
            </a:lvl8pPr>
            <a:lvl9pPr>
              <a:buNone/>
              <a:defRPr sz="1350" b="0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3047"/>
                </a:solidFill>
              </a:defRPr>
            </a:pPr>
            <a:r>
              <a:rPr sz="1350" b="0">
                <a:solidFill>
                  <a:srgbClr val="173047"/>
                </a:solidFill>
              </a:rPr>
              <a:t>The decision score is not a probability.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E64A8-A245-4151-807F-A1143C11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048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79DE8-575C-45A9-A45A-03789802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43225"/>
            <a:ext cx="5105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3047"/>
                </a:solidFill>
              </a:defRPr>
            </a:defPPr>
            <a:lvl1pPr>
              <a:buNone/>
              <a:defRPr sz="1350" b="0">
                <a:solidFill>
                  <a:srgbClr val="173047"/>
                </a:solidFill>
              </a:defRPr>
            </a:lvl1pPr>
            <a:lvl2pPr>
              <a:buNone/>
              <a:defRPr sz="1350" b="0">
                <a:solidFill>
                  <a:srgbClr val="173047"/>
                </a:solidFill>
              </a:defRPr>
            </a:lvl2pPr>
            <a:lvl3pPr>
              <a:buNone/>
              <a:defRPr sz="1350" b="0">
                <a:solidFill>
                  <a:srgbClr val="173047"/>
                </a:solidFill>
              </a:defRPr>
            </a:lvl3pPr>
            <a:lvl4pPr>
              <a:buNone/>
              <a:defRPr sz="1350" b="0">
                <a:solidFill>
                  <a:srgbClr val="173047"/>
                </a:solidFill>
              </a:defRPr>
            </a:lvl4pPr>
            <a:lvl5pPr>
              <a:buNone/>
              <a:defRPr sz="1350" b="0">
                <a:solidFill>
                  <a:srgbClr val="173047"/>
                </a:solidFill>
              </a:defRPr>
            </a:lvl5pPr>
            <a:lvl6pPr>
              <a:buNone/>
              <a:defRPr sz="1350" b="0">
                <a:solidFill>
                  <a:srgbClr val="173047"/>
                </a:solidFill>
              </a:defRPr>
            </a:lvl6pPr>
            <a:lvl7pPr>
              <a:buNone/>
              <a:defRPr sz="1350" b="0">
                <a:solidFill>
                  <a:srgbClr val="173047"/>
                </a:solidFill>
              </a:defRPr>
            </a:lvl7pPr>
            <a:lvl8pPr>
              <a:buNone/>
              <a:defRPr sz="1350" b="0">
                <a:solidFill>
                  <a:srgbClr val="173047"/>
                </a:solidFill>
              </a:defRPr>
            </a:lvl8pPr>
            <a:lvl9pPr>
              <a:buNone/>
              <a:defRPr sz="1350" b="0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3047"/>
                </a:solidFill>
              </a:defRPr>
            </a:pPr>
            <a:r>
              <a:rPr sz="1350" b="0">
                <a:solidFill>
                  <a:srgbClr val="173047"/>
                </a:solidFill>
              </a:rPr>
              <a:t>SHAP values describe contributions to that score.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F4AA8-A79C-4818-A4C9-6930D253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67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0E774-3F9E-44D7-A631-F49C7F61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562350"/>
            <a:ext cx="5105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3047"/>
                </a:solidFill>
              </a:defRPr>
            </a:defPPr>
            <a:lvl1pPr>
              <a:buNone/>
              <a:defRPr sz="1350" b="0">
                <a:solidFill>
                  <a:srgbClr val="173047"/>
                </a:solidFill>
              </a:defRPr>
            </a:lvl1pPr>
            <a:lvl2pPr>
              <a:buNone/>
              <a:defRPr sz="1350" b="0">
                <a:solidFill>
                  <a:srgbClr val="173047"/>
                </a:solidFill>
              </a:defRPr>
            </a:lvl2pPr>
            <a:lvl3pPr>
              <a:buNone/>
              <a:defRPr sz="1350" b="0">
                <a:solidFill>
                  <a:srgbClr val="173047"/>
                </a:solidFill>
              </a:defRPr>
            </a:lvl3pPr>
            <a:lvl4pPr>
              <a:buNone/>
              <a:defRPr sz="1350" b="0">
                <a:solidFill>
                  <a:srgbClr val="173047"/>
                </a:solidFill>
              </a:defRPr>
            </a:lvl4pPr>
            <a:lvl5pPr>
              <a:buNone/>
              <a:defRPr sz="1350" b="0">
                <a:solidFill>
                  <a:srgbClr val="173047"/>
                </a:solidFill>
              </a:defRPr>
            </a:lvl5pPr>
            <a:lvl6pPr>
              <a:buNone/>
              <a:defRPr sz="1350" b="0">
                <a:solidFill>
                  <a:srgbClr val="173047"/>
                </a:solidFill>
              </a:defRPr>
            </a:lvl6pPr>
            <a:lvl7pPr>
              <a:buNone/>
              <a:defRPr sz="1350" b="0">
                <a:solidFill>
                  <a:srgbClr val="173047"/>
                </a:solidFill>
              </a:defRPr>
            </a:lvl7pPr>
            <a:lvl8pPr>
              <a:buNone/>
              <a:defRPr sz="1350" b="0">
                <a:solidFill>
                  <a:srgbClr val="173047"/>
                </a:solidFill>
              </a:defRPr>
            </a:lvl8pPr>
            <a:lvl9pPr>
              <a:buNone/>
              <a:defRPr sz="1350" b="0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3047"/>
                </a:solidFill>
              </a:defRPr>
            </a:pPr>
            <a:r>
              <a:rPr sz="1350" b="0">
                <a:solidFill>
                  <a:srgbClr val="173047"/>
                </a:solidFill>
              </a:rPr>
              <a:t>Feature contribution is not medical causation.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2F91C-8041-423F-9016-A6A61514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8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A6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00ACDD-C87D-4EE1-8642-C4BB3A82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81475"/>
            <a:ext cx="5105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173047"/>
                </a:solidFill>
              </a:defRPr>
            </a:defPPr>
            <a:lvl1pPr>
              <a:buNone/>
              <a:defRPr sz="1350" b="0">
                <a:solidFill>
                  <a:srgbClr val="173047"/>
                </a:solidFill>
              </a:defRPr>
            </a:lvl1pPr>
            <a:lvl2pPr>
              <a:buNone/>
              <a:defRPr sz="1350" b="0">
                <a:solidFill>
                  <a:srgbClr val="173047"/>
                </a:solidFill>
              </a:defRPr>
            </a:lvl2pPr>
            <a:lvl3pPr>
              <a:buNone/>
              <a:defRPr sz="1350" b="0">
                <a:solidFill>
                  <a:srgbClr val="173047"/>
                </a:solidFill>
              </a:defRPr>
            </a:lvl3pPr>
            <a:lvl4pPr>
              <a:buNone/>
              <a:defRPr sz="1350" b="0">
                <a:solidFill>
                  <a:srgbClr val="173047"/>
                </a:solidFill>
              </a:defRPr>
            </a:lvl4pPr>
            <a:lvl5pPr>
              <a:buNone/>
              <a:defRPr sz="1350" b="0">
                <a:solidFill>
                  <a:srgbClr val="173047"/>
                </a:solidFill>
              </a:defRPr>
            </a:lvl5pPr>
            <a:lvl6pPr>
              <a:buNone/>
              <a:defRPr sz="1350" b="0">
                <a:solidFill>
                  <a:srgbClr val="173047"/>
                </a:solidFill>
              </a:defRPr>
            </a:lvl6pPr>
            <a:lvl7pPr>
              <a:buNone/>
              <a:defRPr sz="1350" b="0">
                <a:solidFill>
                  <a:srgbClr val="173047"/>
                </a:solidFill>
              </a:defRPr>
            </a:lvl7pPr>
            <a:lvl8pPr>
              <a:buNone/>
              <a:defRPr sz="1350" b="0">
                <a:solidFill>
                  <a:srgbClr val="173047"/>
                </a:solidFill>
              </a:defRPr>
            </a:lvl8pPr>
            <a:lvl9pPr>
              <a:buNone/>
              <a:defRPr sz="1350" b="0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173047"/>
                </a:solidFill>
              </a:defRPr>
            </a:pPr>
            <a:r>
              <a:rPr sz="1350" b="0">
                <a:solidFill>
                  <a:srgbClr val="173047"/>
                </a:solidFill>
              </a:rPr>
              <a:t>The output is not diagnosis, severity, or future prognosis.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96B92-DB2E-4847-865A-1283B3F6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71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C65D5D"/>
                </a:solidFill>
              </a:defRPr>
            </a:defPPr>
            <a:lvl1pPr>
              <a:buNone/>
              <a:defRPr sz="1350" b="1">
                <a:solidFill>
                  <a:srgbClr val="C65D5D"/>
                </a:solidFill>
              </a:defRPr>
            </a:lvl1pPr>
            <a:lvl2pPr>
              <a:buNone/>
              <a:defRPr sz="1350" b="1">
                <a:solidFill>
                  <a:srgbClr val="C65D5D"/>
                </a:solidFill>
              </a:defRPr>
            </a:lvl2pPr>
            <a:lvl3pPr>
              <a:buNone/>
              <a:defRPr sz="1350" b="1">
                <a:solidFill>
                  <a:srgbClr val="C65D5D"/>
                </a:solidFill>
              </a:defRPr>
            </a:lvl3pPr>
            <a:lvl4pPr>
              <a:buNone/>
              <a:defRPr sz="1350" b="1">
                <a:solidFill>
                  <a:srgbClr val="C65D5D"/>
                </a:solidFill>
              </a:defRPr>
            </a:lvl4pPr>
            <a:lvl5pPr>
              <a:buNone/>
              <a:defRPr sz="1350" b="1">
                <a:solidFill>
                  <a:srgbClr val="C65D5D"/>
                </a:solidFill>
              </a:defRPr>
            </a:lvl5pPr>
            <a:lvl6pPr>
              <a:buNone/>
              <a:defRPr sz="1350" b="1">
                <a:solidFill>
                  <a:srgbClr val="C65D5D"/>
                </a:solidFill>
              </a:defRPr>
            </a:lvl6pPr>
            <a:lvl7pPr>
              <a:buNone/>
              <a:defRPr sz="1350" b="1">
                <a:solidFill>
                  <a:srgbClr val="C65D5D"/>
                </a:solidFill>
              </a:defRPr>
            </a:lvl7pPr>
            <a:lvl8pPr>
              <a:buNone/>
              <a:defRPr sz="1350" b="1">
                <a:solidFill>
                  <a:srgbClr val="C65D5D"/>
                </a:solidFill>
              </a:defRPr>
            </a:lvl8pPr>
            <a:lvl9pPr>
              <a:buNone/>
              <a:defRPr sz="1350" b="1">
                <a:solidFill>
                  <a:srgbClr val="C65D5D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C65D5D"/>
                </a:solidFill>
              </a:defRPr>
            </a:pPr>
            <a:r>
              <a:rPr sz="1350" b="1">
                <a:solidFill>
                  <a:srgbClr val="C65D5D"/>
                </a:solidFill>
              </a:rPr>
              <a:t>Use only synthetic demo values. Do not enter identifiable or real patient data.</a:t>
            </a:r>
          </a:p>
        </p:txBody>
      </p:sp>
    </p:spTree>
    <p:extLst>
      <p:ext uri="{BB962C8B-B14F-4D97-AF65-F5344CB8AC3E}">
        <p14:creationId xmlns:p14="http://schemas.microsoft.com/office/powerpoint/2010/main" val="103023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F222A-5DEA-4F56-A853-CCA2C033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CA6A3"/>
                </a:solidFill>
              </a:defRPr>
            </a:defPPr>
            <a:lvl1pPr>
              <a:buNone/>
              <a:defRPr sz="975" b="1">
                <a:solidFill>
                  <a:srgbClr val="1CA6A3"/>
                </a:solidFill>
              </a:defRPr>
            </a:lvl1pPr>
            <a:lvl2pPr>
              <a:buNone/>
              <a:defRPr sz="975" b="1">
                <a:solidFill>
                  <a:srgbClr val="1CA6A3"/>
                </a:solidFill>
              </a:defRPr>
            </a:lvl2pPr>
            <a:lvl3pPr>
              <a:buNone/>
              <a:defRPr sz="975" b="1">
                <a:solidFill>
                  <a:srgbClr val="1CA6A3"/>
                </a:solidFill>
              </a:defRPr>
            </a:lvl3pPr>
            <a:lvl4pPr>
              <a:buNone/>
              <a:defRPr sz="975" b="1">
                <a:solidFill>
                  <a:srgbClr val="1CA6A3"/>
                </a:solidFill>
              </a:defRPr>
            </a:lvl4pPr>
            <a:lvl5pPr>
              <a:buNone/>
              <a:defRPr sz="975" b="1">
                <a:solidFill>
                  <a:srgbClr val="1CA6A3"/>
                </a:solidFill>
              </a:defRPr>
            </a:lvl5pPr>
            <a:lvl6pPr>
              <a:buNone/>
              <a:defRPr sz="975" b="1">
                <a:solidFill>
                  <a:srgbClr val="1CA6A3"/>
                </a:solidFill>
              </a:defRPr>
            </a:lvl6pPr>
            <a:lvl7pPr>
              <a:buNone/>
              <a:defRPr sz="975" b="1">
                <a:solidFill>
                  <a:srgbClr val="1CA6A3"/>
                </a:solidFill>
              </a:defRPr>
            </a:lvl7pPr>
            <a:lvl8pPr>
              <a:buNone/>
              <a:defRPr sz="975" b="1">
                <a:solidFill>
                  <a:srgbClr val="1CA6A3"/>
                </a:solidFill>
              </a:defRPr>
            </a:lvl8pPr>
            <a:lvl9pPr>
              <a:buNone/>
              <a:defRPr sz="9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CA6A3"/>
                </a:solidFill>
              </a:defRPr>
            </a:pPr>
            <a:r>
              <a:rPr sz="975" b="1">
                <a:solidFill>
                  <a:srgbClr val="1CA6A3"/>
                </a:solidFill>
              </a:rPr>
              <a:t>08  / 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31989-5821-4D4C-8EF0-F5D73A47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43A"/>
                </a:solidFill>
              </a:defRPr>
            </a:defPPr>
            <a:lvl1pPr>
              <a:buNone/>
              <a:defRPr sz="2550" b="1">
                <a:solidFill>
                  <a:srgbClr val="10243A"/>
                </a:solidFill>
              </a:defRPr>
            </a:lvl1pPr>
            <a:lvl2pPr>
              <a:buNone/>
              <a:defRPr sz="2550" b="1">
                <a:solidFill>
                  <a:srgbClr val="10243A"/>
                </a:solidFill>
              </a:defRPr>
            </a:lvl2pPr>
            <a:lvl3pPr>
              <a:buNone/>
              <a:defRPr sz="2550" b="1">
                <a:solidFill>
                  <a:srgbClr val="10243A"/>
                </a:solidFill>
              </a:defRPr>
            </a:lvl3pPr>
            <a:lvl4pPr>
              <a:buNone/>
              <a:defRPr sz="2550" b="1">
                <a:solidFill>
                  <a:srgbClr val="10243A"/>
                </a:solidFill>
              </a:defRPr>
            </a:lvl4pPr>
            <a:lvl5pPr>
              <a:buNone/>
              <a:defRPr sz="2550" b="1">
                <a:solidFill>
                  <a:srgbClr val="10243A"/>
                </a:solidFill>
              </a:defRPr>
            </a:lvl5pPr>
            <a:lvl6pPr>
              <a:buNone/>
              <a:defRPr sz="2550" b="1">
                <a:solidFill>
                  <a:srgbClr val="10243A"/>
                </a:solidFill>
              </a:defRPr>
            </a:lvl6pPr>
            <a:lvl7pPr>
              <a:buNone/>
              <a:defRPr sz="2550" b="1">
                <a:solidFill>
                  <a:srgbClr val="10243A"/>
                </a:solidFill>
              </a:defRPr>
            </a:lvl7pPr>
            <a:lvl8pPr>
              <a:buNone/>
              <a:defRPr sz="2550" b="1">
                <a:solidFill>
                  <a:srgbClr val="10243A"/>
                </a:solidFill>
              </a:defRPr>
            </a:lvl8pPr>
            <a:lvl9pPr>
              <a:buNone/>
              <a:defRPr sz="25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Deployed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88FF4-2CF8-4D3E-9CBF-A32D362E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37659-D9FB-4A3E-A536-374614F9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CARDIOTWIN AI  •  INDEPENDENT STUDENT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8B54A-64CF-4D8E-B9A8-6C5A3EF4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1FE21-2035-4136-895E-3599C93F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5143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783A0-C675-48B7-A1F0-1111E63F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19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CA6A3"/>
                </a:solidFill>
              </a:defRPr>
            </a:defPPr>
            <a:lvl1pPr>
              <a:buNone/>
              <a:defRPr sz="975" b="1">
                <a:solidFill>
                  <a:srgbClr val="1CA6A3"/>
                </a:solidFill>
              </a:defRPr>
            </a:lvl1pPr>
            <a:lvl2pPr>
              <a:buNone/>
              <a:defRPr sz="975" b="1">
                <a:solidFill>
                  <a:srgbClr val="1CA6A3"/>
                </a:solidFill>
              </a:defRPr>
            </a:lvl2pPr>
            <a:lvl3pPr>
              <a:buNone/>
              <a:defRPr sz="975" b="1">
                <a:solidFill>
                  <a:srgbClr val="1CA6A3"/>
                </a:solidFill>
              </a:defRPr>
            </a:lvl3pPr>
            <a:lvl4pPr>
              <a:buNone/>
              <a:defRPr sz="975" b="1">
                <a:solidFill>
                  <a:srgbClr val="1CA6A3"/>
                </a:solidFill>
              </a:defRPr>
            </a:lvl4pPr>
            <a:lvl5pPr>
              <a:buNone/>
              <a:defRPr sz="975" b="1">
                <a:solidFill>
                  <a:srgbClr val="1CA6A3"/>
                </a:solidFill>
              </a:defRPr>
            </a:lvl5pPr>
            <a:lvl6pPr>
              <a:buNone/>
              <a:defRPr sz="975" b="1">
                <a:solidFill>
                  <a:srgbClr val="1CA6A3"/>
                </a:solidFill>
              </a:defRPr>
            </a:lvl6pPr>
            <a:lvl7pPr>
              <a:buNone/>
              <a:defRPr sz="975" b="1">
                <a:solidFill>
                  <a:srgbClr val="1CA6A3"/>
                </a:solidFill>
              </a:defRPr>
            </a:lvl7pPr>
            <a:lvl8pPr>
              <a:buNone/>
              <a:defRPr sz="975" b="1">
                <a:solidFill>
                  <a:srgbClr val="1CA6A3"/>
                </a:solidFill>
              </a:defRPr>
            </a:lvl8pPr>
            <a:lvl9pPr>
              <a:buNone/>
              <a:defRPr sz="9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CA6A3"/>
                </a:solidFill>
              </a:defRPr>
            </a:pPr>
            <a:r>
              <a:rPr sz="975" b="1">
                <a:solidFill>
                  <a:srgbClr val="1CA6A3"/>
                </a:solidFill>
              </a:rPr>
              <a:t>FRONTEND  ·  VERCEL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39E5F-B461-4E24-9A6F-4A997DBF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0243A"/>
                </a:solidFill>
              </a:defRPr>
            </a:defPPr>
            <a:lvl1pPr>
              <a:buNone/>
              <a:defRPr sz="2025" b="1">
                <a:solidFill>
                  <a:srgbClr val="10243A"/>
                </a:solidFill>
              </a:defRPr>
            </a:lvl1pPr>
            <a:lvl2pPr>
              <a:buNone/>
              <a:defRPr sz="2025" b="1">
                <a:solidFill>
                  <a:srgbClr val="10243A"/>
                </a:solidFill>
              </a:defRPr>
            </a:lvl2pPr>
            <a:lvl3pPr>
              <a:buNone/>
              <a:defRPr sz="2025" b="1">
                <a:solidFill>
                  <a:srgbClr val="10243A"/>
                </a:solidFill>
              </a:defRPr>
            </a:lvl3pPr>
            <a:lvl4pPr>
              <a:buNone/>
              <a:defRPr sz="2025" b="1">
                <a:solidFill>
                  <a:srgbClr val="10243A"/>
                </a:solidFill>
              </a:defRPr>
            </a:lvl4pPr>
            <a:lvl5pPr>
              <a:buNone/>
              <a:defRPr sz="2025" b="1">
                <a:solidFill>
                  <a:srgbClr val="10243A"/>
                </a:solidFill>
              </a:defRPr>
            </a:lvl5pPr>
            <a:lvl6pPr>
              <a:buNone/>
              <a:defRPr sz="2025" b="1">
                <a:solidFill>
                  <a:srgbClr val="10243A"/>
                </a:solidFill>
              </a:defRPr>
            </a:lvl6pPr>
            <a:lvl7pPr>
              <a:buNone/>
              <a:defRPr sz="2025" b="1">
                <a:solidFill>
                  <a:srgbClr val="10243A"/>
                </a:solidFill>
              </a:defRPr>
            </a:lvl7pPr>
            <a:lvl8pPr>
              <a:buNone/>
              <a:defRPr sz="2025" b="1">
                <a:solidFill>
                  <a:srgbClr val="10243A"/>
                </a:solidFill>
              </a:defRPr>
            </a:lvl8pPr>
            <a:lvl9pPr>
              <a:buNone/>
              <a:defRPr sz="202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0243A"/>
                </a:solidFill>
              </a:defRPr>
            </a:pPr>
            <a:r>
              <a:rPr sz="2025" b="1">
                <a:solidFill>
                  <a:srgbClr val="10243A"/>
                </a:solidFill>
              </a:rPr>
              <a:t>CardioTwin website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9302A-7674-483D-9800-F6D856CD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73047"/>
                </a:solidFill>
              </a:defRPr>
            </a:defPPr>
            <a:lvl1pPr>
              <a:buNone/>
              <a:defRPr sz="1425" b="1">
                <a:solidFill>
                  <a:srgbClr val="173047"/>
                </a:solidFill>
              </a:defRPr>
            </a:lvl1pPr>
            <a:lvl2pPr>
              <a:buNone/>
              <a:defRPr sz="1425" b="1">
                <a:solidFill>
                  <a:srgbClr val="173047"/>
                </a:solidFill>
              </a:defRPr>
            </a:lvl2pPr>
            <a:lvl3pPr>
              <a:buNone/>
              <a:defRPr sz="1425" b="1">
                <a:solidFill>
                  <a:srgbClr val="173047"/>
                </a:solidFill>
              </a:defRPr>
            </a:lvl3pPr>
            <a:lvl4pPr>
              <a:buNone/>
              <a:defRPr sz="1425" b="1">
                <a:solidFill>
                  <a:srgbClr val="173047"/>
                </a:solidFill>
              </a:defRPr>
            </a:lvl4pPr>
            <a:lvl5pPr>
              <a:buNone/>
              <a:defRPr sz="1425" b="1">
                <a:solidFill>
                  <a:srgbClr val="173047"/>
                </a:solidFill>
              </a:defRPr>
            </a:lvl5pPr>
            <a:lvl6pPr>
              <a:buNone/>
              <a:defRPr sz="1425" b="1">
                <a:solidFill>
                  <a:srgbClr val="173047"/>
                </a:solidFill>
              </a:defRPr>
            </a:lvl6pPr>
            <a:lvl7pPr>
              <a:buNone/>
              <a:defRPr sz="1425" b="1">
                <a:solidFill>
                  <a:srgbClr val="173047"/>
                </a:solidFill>
              </a:defRPr>
            </a:lvl7pPr>
            <a:lvl8pPr>
              <a:buNone/>
              <a:defRPr sz="1425" b="1">
                <a:solidFill>
                  <a:srgbClr val="173047"/>
                </a:solidFill>
              </a:defRPr>
            </a:lvl8pPr>
            <a:lvl9pPr>
              <a:buNone/>
              <a:defRPr sz="1425" b="1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73047"/>
                </a:solidFill>
              </a:defRPr>
            </a:pPr>
            <a:r>
              <a:rPr sz="1425" b="1">
                <a:solidFill>
                  <a:srgbClr val="173047"/>
                </a:solidFill>
              </a:rPr>
              <a:t>digital-twin-six-sandy.vercel.app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83B5A-F538-4333-819C-C95D8A5E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1352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FCC47-9880-4F69-B013-9372A537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0243A"/>
                </a:solidFill>
              </a:defRPr>
            </a:defPPr>
            <a:lvl1pPr>
              <a:buNone/>
              <a:defRPr sz="975" b="1">
                <a:solidFill>
                  <a:srgbClr val="10243A"/>
                </a:solidFill>
              </a:defRPr>
            </a:lvl1pPr>
            <a:lvl2pPr>
              <a:buNone/>
              <a:defRPr sz="975" b="1">
                <a:solidFill>
                  <a:srgbClr val="10243A"/>
                </a:solidFill>
              </a:defRPr>
            </a:lvl2pPr>
            <a:lvl3pPr>
              <a:buNone/>
              <a:defRPr sz="975" b="1">
                <a:solidFill>
                  <a:srgbClr val="10243A"/>
                </a:solidFill>
              </a:defRPr>
            </a:lvl3pPr>
            <a:lvl4pPr>
              <a:buNone/>
              <a:defRPr sz="975" b="1">
                <a:solidFill>
                  <a:srgbClr val="10243A"/>
                </a:solidFill>
              </a:defRPr>
            </a:lvl4pPr>
            <a:lvl5pPr>
              <a:buNone/>
              <a:defRPr sz="975" b="1">
                <a:solidFill>
                  <a:srgbClr val="10243A"/>
                </a:solidFill>
              </a:defRPr>
            </a:lvl5pPr>
            <a:lvl6pPr>
              <a:buNone/>
              <a:defRPr sz="975" b="1">
                <a:solidFill>
                  <a:srgbClr val="10243A"/>
                </a:solidFill>
              </a:defRPr>
            </a:lvl6pPr>
            <a:lvl7pPr>
              <a:buNone/>
              <a:defRPr sz="975" b="1">
                <a:solidFill>
                  <a:srgbClr val="10243A"/>
                </a:solidFill>
              </a:defRPr>
            </a:lvl7pPr>
            <a:lvl8pPr>
              <a:buNone/>
              <a:defRPr sz="975" b="1">
                <a:solidFill>
                  <a:srgbClr val="10243A"/>
                </a:solidFill>
              </a:defRPr>
            </a:lvl8pPr>
            <a:lvl9pPr>
              <a:buNone/>
              <a:defRPr sz="97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0243A"/>
                </a:solidFill>
              </a:defRPr>
            </a:pPr>
            <a:r>
              <a:rPr sz="975" b="1">
                <a:solidFill>
                  <a:srgbClr val="10243A"/>
                </a:solidFill>
              </a:rPr>
              <a:t>LIVE WEBSITE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ADCA2-EC49-46D5-B54B-E33B3E95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43075"/>
            <a:ext cx="5143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AE204-B3B8-4AF3-B7BD-F208826F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19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F8FD4"/>
                </a:solidFill>
              </a:defRPr>
            </a:defPPr>
            <a:lvl1pPr>
              <a:buNone/>
              <a:defRPr sz="975" b="1">
                <a:solidFill>
                  <a:srgbClr val="5F8FD4"/>
                </a:solidFill>
              </a:defRPr>
            </a:lvl1pPr>
            <a:lvl2pPr>
              <a:buNone/>
              <a:defRPr sz="975" b="1">
                <a:solidFill>
                  <a:srgbClr val="5F8FD4"/>
                </a:solidFill>
              </a:defRPr>
            </a:lvl2pPr>
            <a:lvl3pPr>
              <a:buNone/>
              <a:defRPr sz="975" b="1">
                <a:solidFill>
                  <a:srgbClr val="5F8FD4"/>
                </a:solidFill>
              </a:defRPr>
            </a:lvl3pPr>
            <a:lvl4pPr>
              <a:buNone/>
              <a:defRPr sz="975" b="1">
                <a:solidFill>
                  <a:srgbClr val="5F8FD4"/>
                </a:solidFill>
              </a:defRPr>
            </a:lvl4pPr>
            <a:lvl5pPr>
              <a:buNone/>
              <a:defRPr sz="975" b="1">
                <a:solidFill>
                  <a:srgbClr val="5F8FD4"/>
                </a:solidFill>
              </a:defRPr>
            </a:lvl5pPr>
            <a:lvl6pPr>
              <a:buNone/>
              <a:defRPr sz="975" b="1">
                <a:solidFill>
                  <a:srgbClr val="5F8FD4"/>
                </a:solidFill>
              </a:defRPr>
            </a:lvl6pPr>
            <a:lvl7pPr>
              <a:buNone/>
              <a:defRPr sz="975" b="1">
                <a:solidFill>
                  <a:srgbClr val="5F8FD4"/>
                </a:solidFill>
              </a:defRPr>
            </a:lvl7pPr>
            <a:lvl8pPr>
              <a:buNone/>
              <a:defRPr sz="975" b="1">
                <a:solidFill>
                  <a:srgbClr val="5F8FD4"/>
                </a:solidFill>
              </a:defRPr>
            </a:lvl8pPr>
            <a:lvl9pPr>
              <a:buNone/>
              <a:defRPr sz="975" b="1">
                <a:solidFill>
                  <a:srgbClr val="5F8FD4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5F8FD4"/>
                </a:solidFill>
              </a:defRPr>
            </a:pPr>
            <a:r>
              <a:rPr sz="975" b="1">
                <a:solidFill>
                  <a:srgbClr val="5F8FD4"/>
                </a:solidFill>
              </a:rPr>
              <a:t>BACKEND  ·  RENDER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D5C61-5860-4052-BE67-90ABEE50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0243A"/>
                </a:solidFill>
              </a:defRPr>
            </a:defPPr>
            <a:lvl1pPr>
              <a:buNone/>
              <a:defRPr sz="2025" b="1">
                <a:solidFill>
                  <a:srgbClr val="10243A"/>
                </a:solidFill>
              </a:defRPr>
            </a:lvl1pPr>
            <a:lvl2pPr>
              <a:buNone/>
              <a:defRPr sz="2025" b="1">
                <a:solidFill>
                  <a:srgbClr val="10243A"/>
                </a:solidFill>
              </a:defRPr>
            </a:lvl2pPr>
            <a:lvl3pPr>
              <a:buNone/>
              <a:defRPr sz="2025" b="1">
                <a:solidFill>
                  <a:srgbClr val="10243A"/>
                </a:solidFill>
              </a:defRPr>
            </a:lvl3pPr>
            <a:lvl4pPr>
              <a:buNone/>
              <a:defRPr sz="2025" b="1">
                <a:solidFill>
                  <a:srgbClr val="10243A"/>
                </a:solidFill>
              </a:defRPr>
            </a:lvl4pPr>
            <a:lvl5pPr>
              <a:buNone/>
              <a:defRPr sz="2025" b="1">
                <a:solidFill>
                  <a:srgbClr val="10243A"/>
                </a:solidFill>
              </a:defRPr>
            </a:lvl5pPr>
            <a:lvl6pPr>
              <a:buNone/>
              <a:defRPr sz="2025" b="1">
                <a:solidFill>
                  <a:srgbClr val="10243A"/>
                </a:solidFill>
              </a:defRPr>
            </a:lvl6pPr>
            <a:lvl7pPr>
              <a:buNone/>
              <a:defRPr sz="2025" b="1">
                <a:solidFill>
                  <a:srgbClr val="10243A"/>
                </a:solidFill>
              </a:defRPr>
            </a:lvl7pPr>
            <a:lvl8pPr>
              <a:buNone/>
              <a:defRPr sz="2025" b="1">
                <a:solidFill>
                  <a:srgbClr val="10243A"/>
                </a:solidFill>
              </a:defRPr>
            </a:lvl8pPr>
            <a:lvl9pPr>
              <a:buNone/>
              <a:defRPr sz="2025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0243A"/>
                </a:solidFill>
              </a:defRPr>
            </a:pPr>
            <a:r>
              <a:rPr sz="2025" b="1">
                <a:solidFill>
                  <a:srgbClr val="10243A"/>
                </a:solidFill>
              </a:rPr>
              <a:t>FastAPI + model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6BCC2-E54E-465C-A39C-23587A81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04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73047"/>
                </a:solidFill>
              </a:defRPr>
            </a:defPPr>
            <a:lvl1pPr>
              <a:buNone/>
              <a:defRPr sz="1275" b="1">
                <a:solidFill>
                  <a:srgbClr val="173047"/>
                </a:solidFill>
              </a:defRPr>
            </a:lvl1pPr>
            <a:lvl2pPr>
              <a:buNone/>
              <a:defRPr sz="1275" b="1">
                <a:solidFill>
                  <a:srgbClr val="173047"/>
                </a:solidFill>
              </a:defRPr>
            </a:lvl2pPr>
            <a:lvl3pPr>
              <a:buNone/>
              <a:defRPr sz="1275" b="1">
                <a:solidFill>
                  <a:srgbClr val="173047"/>
                </a:solidFill>
              </a:defRPr>
            </a:lvl3pPr>
            <a:lvl4pPr>
              <a:buNone/>
              <a:defRPr sz="1275" b="1">
                <a:solidFill>
                  <a:srgbClr val="173047"/>
                </a:solidFill>
              </a:defRPr>
            </a:lvl4pPr>
            <a:lvl5pPr>
              <a:buNone/>
              <a:defRPr sz="1275" b="1">
                <a:solidFill>
                  <a:srgbClr val="173047"/>
                </a:solidFill>
              </a:defRPr>
            </a:lvl5pPr>
            <a:lvl6pPr>
              <a:buNone/>
              <a:defRPr sz="1275" b="1">
                <a:solidFill>
                  <a:srgbClr val="173047"/>
                </a:solidFill>
              </a:defRPr>
            </a:lvl6pPr>
            <a:lvl7pPr>
              <a:buNone/>
              <a:defRPr sz="1275" b="1">
                <a:solidFill>
                  <a:srgbClr val="173047"/>
                </a:solidFill>
              </a:defRPr>
            </a:lvl7pPr>
            <a:lvl8pPr>
              <a:buNone/>
              <a:defRPr sz="1275" b="1">
                <a:solidFill>
                  <a:srgbClr val="173047"/>
                </a:solidFill>
              </a:defRPr>
            </a:lvl8pPr>
            <a:lvl9pPr>
              <a:buNone/>
              <a:defRPr sz="1275" b="1">
                <a:solidFill>
                  <a:srgbClr val="173047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73047"/>
                </a:solidFill>
              </a:defRPr>
            </a:pPr>
            <a:r>
              <a:rPr sz="1275" b="1">
                <a:solidFill>
                  <a:srgbClr val="173047"/>
                </a:solidFill>
              </a:rPr>
              <a:t>cardiotwin-api-vandana.onrender.com/docs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DB861-FC17-488E-8CC8-C875B4E3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6B251-7FC4-45A3-A07E-0F10DEC2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F8FD4"/>
                </a:solidFill>
              </a:defRPr>
            </a:defPPr>
            <a:lvl1pPr>
              <a:buNone/>
              <a:defRPr sz="975" b="1">
                <a:solidFill>
                  <a:srgbClr val="5F8FD4"/>
                </a:solidFill>
              </a:defRPr>
            </a:lvl1pPr>
            <a:lvl2pPr>
              <a:buNone/>
              <a:defRPr sz="975" b="1">
                <a:solidFill>
                  <a:srgbClr val="5F8FD4"/>
                </a:solidFill>
              </a:defRPr>
            </a:lvl2pPr>
            <a:lvl3pPr>
              <a:buNone/>
              <a:defRPr sz="975" b="1">
                <a:solidFill>
                  <a:srgbClr val="5F8FD4"/>
                </a:solidFill>
              </a:defRPr>
            </a:lvl3pPr>
            <a:lvl4pPr>
              <a:buNone/>
              <a:defRPr sz="975" b="1">
                <a:solidFill>
                  <a:srgbClr val="5F8FD4"/>
                </a:solidFill>
              </a:defRPr>
            </a:lvl4pPr>
            <a:lvl5pPr>
              <a:buNone/>
              <a:defRPr sz="975" b="1">
                <a:solidFill>
                  <a:srgbClr val="5F8FD4"/>
                </a:solidFill>
              </a:defRPr>
            </a:lvl5pPr>
            <a:lvl6pPr>
              <a:buNone/>
              <a:defRPr sz="975" b="1">
                <a:solidFill>
                  <a:srgbClr val="5F8FD4"/>
                </a:solidFill>
              </a:defRPr>
            </a:lvl6pPr>
            <a:lvl7pPr>
              <a:buNone/>
              <a:defRPr sz="975" b="1">
                <a:solidFill>
                  <a:srgbClr val="5F8FD4"/>
                </a:solidFill>
              </a:defRPr>
            </a:lvl7pPr>
            <a:lvl8pPr>
              <a:buNone/>
              <a:defRPr sz="975" b="1">
                <a:solidFill>
                  <a:srgbClr val="5F8FD4"/>
                </a:solidFill>
              </a:defRPr>
            </a:lvl8pPr>
            <a:lvl9pPr>
              <a:buNone/>
              <a:defRPr sz="975" b="1">
                <a:solidFill>
                  <a:srgbClr val="5F8FD4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5F8FD4"/>
                </a:solidFill>
              </a:defRPr>
            </a:pPr>
            <a:r>
              <a:rPr sz="975" b="1">
                <a:solidFill>
                  <a:srgbClr val="5F8FD4"/>
                </a:solidFill>
              </a:rPr>
              <a:t>LIVE API DOCS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CAED1-CB15-49E1-954E-1CE289B2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BA71A1-13DA-4987-9AC5-B97A6B31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43A"/>
                </a:solidFill>
              </a:defRPr>
            </a:defPPr>
            <a:lvl1pPr>
              <a:buNone/>
              <a:defRPr sz="1500" b="1">
                <a:solidFill>
                  <a:srgbClr val="10243A"/>
                </a:solidFill>
              </a:defRPr>
            </a:lvl1pPr>
            <a:lvl2pPr>
              <a:buNone/>
              <a:defRPr sz="1500" b="1">
                <a:solidFill>
                  <a:srgbClr val="10243A"/>
                </a:solidFill>
              </a:defRPr>
            </a:lvl2pPr>
            <a:lvl3pPr>
              <a:buNone/>
              <a:defRPr sz="1500" b="1">
                <a:solidFill>
                  <a:srgbClr val="10243A"/>
                </a:solidFill>
              </a:defRPr>
            </a:lvl3pPr>
            <a:lvl4pPr>
              <a:buNone/>
              <a:defRPr sz="1500" b="1">
                <a:solidFill>
                  <a:srgbClr val="10243A"/>
                </a:solidFill>
              </a:defRPr>
            </a:lvl4pPr>
            <a:lvl5pPr>
              <a:buNone/>
              <a:defRPr sz="1500" b="1">
                <a:solidFill>
                  <a:srgbClr val="10243A"/>
                </a:solidFill>
              </a:defRPr>
            </a:lvl5pPr>
            <a:lvl6pPr>
              <a:buNone/>
              <a:defRPr sz="1500" b="1">
                <a:solidFill>
                  <a:srgbClr val="10243A"/>
                </a:solidFill>
              </a:defRPr>
            </a:lvl6pPr>
            <a:lvl7pPr>
              <a:buNone/>
              <a:defRPr sz="1500" b="1">
                <a:solidFill>
                  <a:srgbClr val="10243A"/>
                </a:solidFill>
              </a:defRPr>
            </a:lvl7pPr>
            <a:lvl8pPr>
              <a:buNone/>
              <a:defRPr sz="1500" b="1">
                <a:solidFill>
                  <a:srgbClr val="10243A"/>
                </a:solidFill>
              </a:defRPr>
            </a:lvl8pPr>
            <a:lvl9pPr>
              <a:buNone/>
              <a:defRPr sz="150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Demo: submit synthetic heart values → inspect the class → view optional SHAP contributions.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53A2D9-7A9C-401E-825A-CC3CD7F6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911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D7182"/>
                </a:solidFill>
              </a:defRPr>
            </a:defPPr>
            <a:lvl1pPr>
              <a:buNone/>
              <a:defRPr sz="1275" b="0">
                <a:solidFill>
                  <a:srgbClr val="5D7182"/>
                </a:solidFill>
              </a:defRPr>
            </a:lvl1pPr>
            <a:lvl2pPr>
              <a:buNone/>
              <a:defRPr sz="1275" b="0">
                <a:solidFill>
                  <a:srgbClr val="5D7182"/>
                </a:solidFill>
              </a:defRPr>
            </a:lvl2pPr>
            <a:lvl3pPr>
              <a:buNone/>
              <a:defRPr sz="1275" b="0">
                <a:solidFill>
                  <a:srgbClr val="5D7182"/>
                </a:solidFill>
              </a:defRPr>
            </a:lvl3pPr>
            <a:lvl4pPr>
              <a:buNone/>
              <a:defRPr sz="1275" b="0">
                <a:solidFill>
                  <a:srgbClr val="5D7182"/>
                </a:solidFill>
              </a:defRPr>
            </a:lvl4pPr>
            <a:lvl5pPr>
              <a:buNone/>
              <a:defRPr sz="1275" b="0">
                <a:solidFill>
                  <a:srgbClr val="5D7182"/>
                </a:solidFill>
              </a:defRPr>
            </a:lvl5pPr>
            <a:lvl6pPr>
              <a:buNone/>
              <a:defRPr sz="1275" b="0">
                <a:solidFill>
                  <a:srgbClr val="5D7182"/>
                </a:solidFill>
              </a:defRPr>
            </a:lvl6pPr>
            <a:lvl7pPr>
              <a:buNone/>
              <a:defRPr sz="1275" b="0">
                <a:solidFill>
                  <a:srgbClr val="5D7182"/>
                </a:solidFill>
              </a:defRPr>
            </a:lvl7pPr>
            <a:lvl8pPr>
              <a:buNone/>
              <a:defRPr sz="1275" b="0">
                <a:solidFill>
                  <a:srgbClr val="5D7182"/>
                </a:solidFill>
              </a:defRPr>
            </a:lvl8pPr>
            <a:lvl9pPr>
              <a:buNone/>
              <a:defRPr sz="1275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D7182"/>
                </a:solidFill>
              </a:defRPr>
            </a:pPr>
            <a:r>
              <a:rPr sz="1275" b="0">
                <a:solidFill>
                  <a:srgbClr val="5D7182"/>
                </a:solidFill>
              </a:rPr>
              <a:t>Frontend and API communicate over HTTPS using JSON.</a:t>
            </a:r>
          </a:p>
        </p:txBody>
      </p:sp>
    </p:spTree>
    <p:extLst>
      <p:ext uri="{BB962C8B-B14F-4D97-AF65-F5344CB8AC3E}">
        <p14:creationId xmlns:p14="http://schemas.microsoft.com/office/powerpoint/2010/main" val="6739400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FF723D-758F-4662-818A-21FD78EF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CA6A3"/>
                </a:solidFill>
              </a:defRPr>
            </a:defPPr>
            <a:lvl1pPr>
              <a:buNone/>
              <a:defRPr sz="975" b="1">
                <a:solidFill>
                  <a:srgbClr val="1CA6A3"/>
                </a:solidFill>
              </a:defRPr>
            </a:lvl1pPr>
            <a:lvl2pPr>
              <a:buNone/>
              <a:defRPr sz="975" b="1">
                <a:solidFill>
                  <a:srgbClr val="1CA6A3"/>
                </a:solidFill>
              </a:defRPr>
            </a:lvl2pPr>
            <a:lvl3pPr>
              <a:buNone/>
              <a:defRPr sz="975" b="1">
                <a:solidFill>
                  <a:srgbClr val="1CA6A3"/>
                </a:solidFill>
              </a:defRPr>
            </a:lvl3pPr>
            <a:lvl4pPr>
              <a:buNone/>
              <a:defRPr sz="975" b="1">
                <a:solidFill>
                  <a:srgbClr val="1CA6A3"/>
                </a:solidFill>
              </a:defRPr>
            </a:lvl4pPr>
            <a:lvl5pPr>
              <a:buNone/>
              <a:defRPr sz="975" b="1">
                <a:solidFill>
                  <a:srgbClr val="1CA6A3"/>
                </a:solidFill>
              </a:defRPr>
            </a:lvl5pPr>
            <a:lvl6pPr>
              <a:buNone/>
              <a:defRPr sz="975" b="1">
                <a:solidFill>
                  <a:srgbClr val="1CA6A3"/>
                </a:solidFill>
              </a:defRPr>
            </a:lvl6pPr>
            <a:lvl7pPr>
              <a:buNone/>
              <a:defRPr sz="975" b="1">
                <a:solidFill>
                  <a:srgbClr val="1CA6A3"/>
                </a:solidFill>
              </a:defRPr>
            </a:lvl7pPr>
            <a:lvl8pPr>
              <a:buNone/>
              <a:defRPr sz="975" b="1">
                <a:solidFill>
                  <a:srgbClr val="1CA6A3"/>
                </a:solidFill>
              </a:defRPr>
            </a:lvl8pPr>
            <a:lvl9pPr>
              <a:buNone/>
              <a:defRPr sz="97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1CA6A3"/>
                </a:solidFill>
              </a:defRPr>
            </a:pPr>
            <a:r>
              <a:rPr sz="975" b="1">
                <a:solidFill>
                  <a:srgbClr val="1CA6A3"/>
                </a:solidFill>
              </a:rPr>
              <a:t>09  /  RESPONSIBLE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3CC09-E2E7-46B2-A526-EF1C5898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43A"/>
                </a:solidFill>
              </a:defRPr>
            </a:defPPr>
            <a:lvl1pPr>
              <a:buNone/>
              <a:defRPr sz="2550" b="1">
                <a:solidFill>
                  <a:srgbClr val="10243A"/>
                </a:solidFill>
              </a:defRPr>
            </a:lvl1pPr>
            <a:lvl2pPr>
              <a:buNone/>
              <a:defRPr sz="2550" b="1">
                <a:solidFill>
                  <a:srgbClr val="10243A"/>
                </a:solidFill>
              </a:defRPr>
            </a:lvl2pPr>
            <a:lvl3pPr>
              <a:buNone/>
              <a:defRPr sz="2550" b="1">
                <a:solidFill>
                  <a:srgbClr val="10243A"/>
                </a:solidFill>
              </a:defRPr>
            </a:lvl3pPr>
            <a:lvl4pPr>
              <a:buNone/>
              <a:defRPr sz="2550" b="1">
                <a:solidFill>
                  <a:srgbClr val="10243A"/>
                </a:solidFill>
              </a:defRPr>
            </a:lvl4pPr>
            <a:lvl5pPr>
              <a:buNone/>
              <a:defRPr sz="2550" b="1">
                <a:solidFill>
                  <a:srgbClr val="10243A"/>
                </a:solidFill>
              </a:defRPr>
            </a:lvl5pPr>
            <a:lvl6pPr>
              <a:buNone/>
              <a:defRPr sz="2550" b="1">
                <a:solidFill>
                  <a:srgbClr val="10243A"/>
                </a:solidFill>
              </a:defRPr>
            </a:lvl6pPr>
            <a:lvl7pPr>
              <a:buNone/>
              <a:defRPr sz="2550" b="1">
                <a:solidFill>
                  <a:srgbClr val="10243A"/>
                </a:solidFill>
              </a:defRPr>
            </a:lvl7pPr>
            <a:lvl8pPr>
              <a:buNone/>
              <a:defRPr sz="2550" b="1">
                <a:solidFill>
                  <a:srgbClr val="10243A"/>
                </a:solidFill>
              </a:defRPr>
            </a:lvl8pPr>
            <a:lvl9pPr>
              <a:buNone/>
              <a:defRPr sz="255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10243A"/>
                </a:solidFill>
              </a:defRPr>
            </a:pPr>
            <a:r>
              <a:rPr sz="2550" b="1">
                <a:solidFill>
                  <a:srgbClr val="10243A"/>
                </a:solidFill>
              </a:rPr>
              <a:t>Current boundaries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59F20-7045-4156-BC0A-6BCB8E4B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34740-F2FA-45D5-BD77-E94EC3A4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CARDIOTWIN AI  •  INDEPENDENT STUDENT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19DE8-EB89-46F2-8EBC-6007FBFD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1">
                <a:solidFill>
                  <a:srgbClr val="5D7182"/>
                </a:solidFill>
              </a:defRPr>
            </a:defPPr>
            <a:lvl1pPr>
              <a:buNone/>
              <a:defRPr sz="825" b="1">
                <a:solidFill>
                  <a:srgbClr val="5D7182"/>
                </a:solidFill>
              </a:defRPr>
            </a:lvl1pPr>
            <a:lvl2pPr>
              <a:buNone/>
              <a:defRPr sz="825" b="1">
                <a:solidFill>
                  <a:srgbClr val="5D7182"/>
                </a:solidFill>
              </a:defRPr>
            </a:lvl2pPr>
            <a:lvl3pPr>
              <a:buNone/>
              <a:defRPr sz="825" b="1">
                <a:solidFill>
                  <a:srgbClr val="5D7182"/>
                </a:solidFill>
              </a:defRPr>
            </a:lvl3pPr>
            <a:lvl4pPr>
              <a:buNone/>
              <a:defRPr sz="825" b="1">
                <a:solidFill>
                  <a:srgbClr val="5D7182"/>
                </a:solidFill>
              </a:defRPr>
            </a:lvl4pPr>
            <a:lvl5pPr>
              <a:buNone/>
              <a:defRPr sz="825" b="1">
                <a:solidFill>
                  <a:srgbClr val="5D7182"/>
                </a:solidFill>
              </a:defRPr>
            </a:lvl5pPr>
            <a:lvl6pPr>
              <a:buNone/>
              <a:defRPr sz="825" b="1">
                <a:solidFill>
                  <a:srgbClr val="5D7182"/>
                </a:solidFill>
              </a:defRPr>
            </a:lvl6pPr>
            <a:lvl7pPr>
              <a:buNone/>
              <a:defRPr sz="825" b="1">
                <a:solidFill>
                  <a:srgbClr val="5D7182"/>
                </a:solidFill>
              </a:defRPr>
            </a:lvl7pPr>
            <a:lvl8pPr>
              <a:buNone/>
              <a:defRPr sz="825" b="1">
                <a:solidFill>
                  <a:srgbClr val="5D7182"/>
                </a:solidFill>
              </a:defRPr>
            </a:lvl8pPr>
            <a:lvl9pPr>
              <a:buNone/>
              <a:defRPr sz="825" b="1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825" b="1">
                <a:solidFill>
                  <a:srgbClr val="5D7182"/>
                </a:solidFill>
              </a:defRPr>
            </a:pPr>
            <a:r>
              <a:rPr sz="825" b="1">
                <a:solidFill>
                  <a:srgbClr val="5D7182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B6C89-7BF3-4BEC-9BD2-0F018B05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CA6A3"/>
                </a:solidFill>
              </a:defRPr>
            </a:defPPr>
            <a:lvl1pPr>
              <a:buNone/>
              <a:defRPr sz="1125" b="1">
                <a:solidFill>
                  <a:srgbClr val="1CA6A3"/>
                </a:solidFill>
              </a:defRPr>
            </a:lvl1pPr>
            <a:lvl2pPr>
              <a:buNone/>
              <a:defRPr sz="1125" b="1">
                <a:solidFill>
                  <a:srgbClr val="1CA6A3"/>
                </a:solidFill>
              </a:defRPr>
            </a:lvl2pPr>
            <a:lvl3pPr>
              <a:buNone/>
              <a:defRPr sz="1125" b="1">
                <a:solidFill>
                  <a:srgbClr val="1CA6A3"/>
                </a:solidFill>
              </a:defRPr>
            </a:lvl3pPr>
            <a:lvl4pPr>
              <a:buNone/>
              <a:defRPr sz="1125" b="1">
                <a:solidFill>
                  <a:srgbClr val="1CA6A3"/>
                </a:solidFill>
              </a:defRPr>
            </a:lvl4pPr>
            <a:lvl5pPr>
              <a:buNone/>
              <a:defRPr sz="1125" b="1">
                <a:solidFill>
                  <a:srgbClr val="1CA6A3"/>
                </a:solidFill>
              </a:defRPr>
            </a:lvl5pPr>
            <a:lvl6pPr>
              <a:buNone/>
              <a:defRPr sz="1125" b="1">
                <a:solidFill>
                  <a:srgbClr val="1CA6A3"/>
                </a:solidFill>
              </a:defRPr>
            </a:lvl6pPr>
            <a:lvl7pPr>
              <a:buNone/>
              <a:defRPr sz="1125" b="1">
                <a:solidFill>
                  <a:srgbClr val="1CA6A3"/>
                </a:solidFill>
              </a:defRPr>
            </a:lvl7pPr>
            <a:lvl8pPr>
              <a:buNone/>
              <a:defRPr sz="1125" b="1">
                <a:solidFill>
                  <a:srgbClr val="1CA6A3"/>
                </a:solidFill>
              </a:defRPr>
            </a:lvl8pPr>
            <a:lvl9pPr>
              <a:buNone/>
              <a:defRPr sz="112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CA6A3"/>
                </a:solidFill>
              </a:defRPr>
            </a:pPr>
            <a:r>
              <a:rPr sz="1125" b="1">
                <a:solidFill>
                  <a:srgbClr val="1CA6A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D7A61-9A92-4D72-8B8C-01D34D05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621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43A"/>
                </a:solidFill>
              </a:defRPr>
            </a:defPPr>
            <a:lvl1pPr>
              <a:buNone/>
              <a:defRPr sz="1500" b="1">
                <a:solidFill>
                  <a:srgbClr val="10243A"/>
                </a:solidFill>
              </a:defRPr>
            </a:lvl1pPr>
            <a:lvl2pPr>
              <a:buNone/>
              <a:defRPr sz="1500" b="1">
                <a:solidFill>
                  <a:srgbClr val="10243A"/>
                </a:solidFill>
              </a:defRPr>
            </a:lvl2pPr>
            <a:lvl3pPr>
              <a:buNone/>
              <a:defRPr sz="1500" b="1">
                <a:solidFill>
                  <a:srgbClr val="10243A"/>
                </a:solidFill>
              </a:defRPr>
            </a:lvl3pPr>
            <a:lvl4pPr>
              <a:buNone/>
              <a:defRPr sz="1500" b="1">
                <a:solidFill>
                  <a:srgbClr val="10243A"/>
                </a:solidFill>
              </a:defRPr>
            </a:lvl4pPr>
            <a:lvl5pPr>
              <a:buNone/>
              <a:defRPr sz="1500" b="1">
                <a:solidFill>
                  <a:srgbClr val="10243A"/>
                </a:solidFill>
              </a:defRPr>
            </a:lvl5pPr>
            <a:lvl6pPr>
              <a:buNone/>
              <a:defRPr sz="1500" b="1">
                <a:solidFill>
                  <a:srgbClr val="10243A"/>
                </a:solidFill>
              </a:defRPr>
            </a:lvl6pPr>
            <a:lvl7pPr>
              <a:buNone/>
              <a:defRPr sz="1500" b="1">
                <a:solidFill>
                  <a:srgbClr val="10243A"/>
                </a:solidFill>
              </a:defRPr>
            </a:lvl7pPr>
            <a:lvl8pPr>
              <a:buNone/>
              <a:defRPr sz="1500" b="1">
                <a:solidFill>
                  <a:srgbClr val="10243A"/>
                </a:solidFill>
              </a:defRPr>
            </a:lvl8pPr>
            <a:lvl9pPr>
              <a:buNone/>
              <a:defRPr sz="150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No clinical 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322FD-3D03-466C-B4B4-FADBA145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62100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D7182"/>
                </a:solidFill>
              </a:defRPr>
            </a:defPPr>
            <a:lvl1pPr>
              <a:buNone/>
              <a:defRPr sz="1275" b="0">
                <a:solidFill>
                  <a:srgbClr val="5D7182"/>
                </a:solidFill>
              </a:defRPr>
            </a:lvl1pPr>
            <a:lvl2pPr>
              <a:buNone/>
              <a:defRPr sz="1275" b="0">
                <a:solidFill>
                  <a:srgbClr val="5D7182"/>
                </a:solidFill>
              </a:defRPr>
            </a:lvl2pPr>
            <a:lvl3pPr>
              <a:buNone/>
              <a:defRPr sz="1275" b="0">
                <a:solidFill>
                  <a:srgbClr val="5D7182"/>
                </a:solidFill>
              </a:defRPr>
            </a:lvl3pPr>
            <a:lvl4pPr>
              <a:buNone/>
              <a:defRPr sz="1275" b="0">
                <a:solidFill>
                  <a:srgbClr val="5D7182"/>
                </a:solidFill>
              </a:defRPr>
            </a:lvl4pPr>
            <a:lvl5pPr>
              <a:buNone/>
              <a:defRPr sz="1275" b="0">
                <a:solidFill>
                  <a:srgbClr val="5D7182"/>
                </a:solidFill>
              </a:defRPr>
            </a:lvl5pPr>
            <a:lvl6pPr>
              <a:buNone/>
              <a:defRPr sz="1275" b="0">
                <a:solidFill>
                  <a:srgbClr val="5D7182"/>
                </a:solidFill>
              </a:defRPr>
            </a:lvl6pPr>
            <a:lvl7pPr>
              <a:buNone/>
              <a:defRPr sz="1275" b="0">
                <a:solidFill>
                  <a:srgbClr val="5D7182"/>
                </a:solidFill>
              </a:defRPr>
            </a:lvl7pPr>
            <a:lvl8pPr>
              <a:buNone/>
              <a:defRPr sz="1275" b="0">
                <a:solidFill>
                  <a:srgbClr val="5D7182"/>
                </a:solidFill>
              </a:defRPr>
            </a:lvl8pPr>
            <a:lvl9pPr>
              <a:buNone/>
              <a:defRPr sz="1275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D7182"/>
                </a:solidFill>
              </a:defRPr>
            </a:pPr>
            <a:r>
              <a:rPr sz="1275" b="0">
                <a:solidFill>
                  <a:srgbClr val="5D7182"/>
                </a:solidFill>
              </a:rPr>
              <a:t>Research prototype only; not medical advice or decision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55A1D-540B-4EAC-BAD6-E28F3DCE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FFA601-8A36-4ABA-BC0E-7389EAAF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CA6A3"/>
                </a:solidFill>
              </a:defRPr>
            </a:defPPr>
            <a:lvl1pPr>
              <a:buNone/>
              <a:defRPr sz="1125" b="1">
                <a:solidFill>
                  <a:srgbClr val="1CA6A3"/>
                </a:solidFill>
              </a:defRPr>
            </a:lvl1pPr>
            <a:lvl2pPr>
              <a:buNone/>
              <a:defRPr sz="1125" b="1">
                <a:solidFill>
                  <a:srgbClr val="1CA6A3"/>
                </a:solidFill>
              </a:defRPr>
            </a:lvl2pPr>
            <a:lvl3pPr>
              <a:buNone/>
              <a:defRPr sz="1125" b="1">
                <a:solidFill>
                  <a:srgbClr val="1CA6A3"/>
                </a:solidFill>
              </a:defRPr>
            </a:lvl3pPr>
            <a:lvl4pPr>
              <a:buNone/>
              <a:defRPr sz="1125" b="1">
                <a:solidFill>
                  <a:srgbClr val="1CA6A3"/>
                </a:solidFill>
              </a:defRPr>
            </a:lvl4pPr>
            <a:lvl5pPr>
              <a:buNone/>
              <a:defRPr sz="1125" b="1">
                <a:solidFill>
                  <a:srgbClr val="1CA6A3"/>
                </a:solidFill>
              </a:defRPr>
            </a:lvl5pPr>
            <a:lvl6pPr>
              <a:buNone/>
              <a:defRPr sz="1125" b="1">
                <a:solidFill>
                  <a:srgbClr val="1CA6A3"/>
                </a:solidFill>
              </a:defRPr>
            </a:lvl6pPr>
            <a:lvl7pPr>
              <a:buNone/>
              <a:defRPr sz="1125" b="1">
                <a:solidFill>
                  <a:srgbClr val="1CA6A3"/>
                </a:solidFill>
              </a:defRPr>
            </a:lvl7pPr>
            <a:lvl8pPr>
              <a:buNone/>
              <a:defRPr sz="1125" b="1">
                <a:solidFill>
                  <a:srgbClr val="1CA6A3"/>
                </a:solidFill>
              </a:defRPr>
            </a:lvl8pPr>
            <a:lvl9pPr>
              <a:buNone/>
              <a:defRPr sz="112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CA6A3"/>
                </a:solidFill>
              </a:defRPr>
            </a:pPr>
            <a:r>
              <a:rPr sz="1125" b="1">
                <a:solidFill>
                  <a:srgbClr val="1CA6A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FEB77-02EB-409F-A163-3FE7F658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288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43A"/>
                </a:solidFill>
              </a:defRPr>
            </a:defPPr>
            <a:lvl1pPr>
              <a:buNone/>
              <a:defRPr sz="1500" b="1">
                <a:solidFill>
                  <a:srgbClr val="10243A"/>
                </a:solidFill>
              </a:defRPr>
            </a:lvl1pPr>
            <a:lvl2pPr>
              <a:buNone/>
              <a:defRPr sz="1500" b="1">
                <a:solidFill>
                  <a:srgbClr val="10243A"/>
                </a:solidFill>
              </a:defRPr>
            </a:lvl2pPr>
            <a:lvl3pPr>
              <a:buNone/>
              <a:defRPr sz="1500" b="1">
                <a:solidFill>
                  <a:srgbClr val="10243A"/>
                </a:solidFill>
              </a:defRPr>
            </a:lvl3pPr>
            <a:lvl4pPr>
              <a:buNone/>
              <a:defRPr sz="1500" b="1">
                <a:solidFill>
                  <a:srgbClr val="10243A"/>
                </a:solidFill>
              </a:defRPr>
            </a:lvl4pPr>
            <a:lvl5pPr>
              <a:buNone/>
              <a:defRPr sz="1500" b="1">
                <a:solidFill>
                  <a:srgbClr val="10243A"/>
                </a:solidFill>
              </a:defRPr>
            </a:lvl5pPr>
            <a:lvl6pPr>
              <a:buNone/>
              <a:defRPr sz="1500" b="1">
                <a:solidFill>
                  <a:srgbClr val="10243A"/>
                </a:solidFill>
              </a:defRPr>
            </a:lvl6pPr>
            <a:lvl7pPr>
              <a:buNone/>
              <a:defRPr sz="1500" b="1">
                <a:solidFill>
                  <a:srgbClr val="10243A"/>
                </a:solidFill>
              </a:defRPr>
            </a:lvl7pPr>
            <a:lvl8pPr>
              <a:buNone/>
              <a:defRPr sz="1500" b="1">
                <a:solidFill>
                  <a:srgbClr val="10243A"/>
                </a:solidFill>
              </a:defRPr>
            </a:lvl8pPr>
            <a:lvl9pPr>
              <a:buNone/>
              <a:defRPr sz="150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No patient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44081-214F-4435-B385-379CFA91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28875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D7182"/>
                </a:solidFill>
              </a:defRPr>
            </a:defPPr>
            <a:lvl1pPr>
              <a:buNone/>
              <a:defRPr sz="1275" b="0">
                <a:solidFill>
                  <a:srgbClr val="5D7182"/>
                </a:solidFill>
              </a:defRPr>
            </a:lvl1pPr>
            <a:lvl2pPr>
              <a:buNone/>
              <a:defRPr sz="1275" b="0">
                <a:solidFill>
                  <a:srgbClr val="5D7182"/>
                </a:solidFill>
              </a:defRPr>
            </a:lvl2pPr>
            <a:lvl3pPr>
              <a:buNone/>
              <a:defRPr sz="1275" b="0">
                <a:solidFill>
                  <a:srgbClr val="5D7182"/>
                </a:solidFill>
              </a:defRPr>
            </a:lvl3pPr>
            <a:lvl4pPr>
              <a:buNone/>
              <a:defRPr sz="1275" b="0">
                <a:solidFill>
                  <a:srgbClr val="5D7182"/>
                </a:solidFill>
              </a:defRPr>
            </a:lvl4pPr>
            <a:lvl5pPr>
              <a:buNone/>
              <a:defRPr sz="1275" b="0">
                <a:solidFill>
                  <a:srgbClr val="5D7182"/>
                </a:solidFill>
              </a:defRPr>
            </a:lvl5pPr>
            <a:lvl6pPr>
              <a:buNone/>
              <a:defRPr sz="1275" b="0">
                <a:solidFill>
                  <a:srgbClr val="5D7182"/>
                </a:solidFill>
              </a:defRPr>
            </a:lvl6pPr>
            <a:lvl7pPr>
              <a:buNone/>
              <a:defRPr sz="1275" b="0">
                <a:solidFill>
                  <a:srgbClr val="5D7182"/>
                </a:solidFill>
              </a:defRPr>
            </a:lvl7pPr>
            <a:lvl8pPr>
              <a:buNone/>
              <a:defRPr sz="1275" b="0">
                <a:solidFill>
                  <a:srgbClr val="5D7182"/>
                </a:solidFill>
              </a:defRPr>
            </a:lvl8pPr>
            <a:lvl9pPr>
              <a:buNone/>
              <a:defRPr sz="1275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D7182"/>
                </a:solidFill>
              </a:defRPr>
            </a:pPr>
            <a:r>
              <a:rPr sz="1275" b="0">
                <a:solidFill>
                  <a:srgbClr val="5D7182"/>
                </a:solidFill>
              </a:rPr>
              <a:t>No database; requests and outputs are not stored or linked over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1938E-A2EF-4468-A0FF-B2FB46B6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118E6-9EA0-462C-BF56-52CE8506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CA6A3"/>
                </a:solidFill>
              </a:defRPr>
            </a:defPPr>
            <a:lvl1pPr>
              <a:buNone/>
              <a:defRPr sz="1125" b="1">
                <a:solidFill>
                  <a:srgbClr val="1CA6A3"/>
                </a:solidFill>
              </a:defRPr>
            </a:lvl1pPr>
            <a:lvl2pPr>
              <a:buNone/>
              <a:defRPr sz="1125" b="1">
                <a:solidFill>
                  <a:srgbClr val="1CA6A3"/>
                </a:solidFill>
              </a:defRPr>
            </a:lvl2pPr>
            <a:lvl3pPr>
              <a:buNone/>
              <a:defRPr sz="1125" b="1">
                <a:solidFill>
                  <a:srgbClr val="1CA6A3"/>
                </a:solidFill>
              </a:defRPr>
            </a:lvl3pPr>
            <a:lvl4pPr>
              <a:buNone/>
              <a:defRPr sz="1125" b="1">
                <a:solidFill>
                  <a:srgbClr val="1CA6A3"/>
                </a:solidFill>
              </a:defRPr>
            </a:lvl4pPr>
            <a:lvl5pPr>
              <a:buNone/>
              <a:defRPr sz="1125" b="1">
                <a:solidFill>
                  <a:srgbClr val="1CA6A3"/>
                </a:solidFill>
              </a:defRPr>
            </a:lvl5pPr>
            <a:lvl6pPr>
              <a:buNone/>
              <a:defRPr sz="1125" b="1">
                <a:solidFill>
                  <a:srgbClr val="1CA6A3"/>
                </a:solidFill>
              </a:defRPr>
            </a:lvl6pPr>
            <a:lvl7pPr>
              <a:buNone/>
              <a:defRPr sz="1125" b="1">
                <a:solidFill>
                  <a:srgbClr val="1CA6A3"/>
                </a:solidFill>
              </a:defRPr>
            </a:lvl7pPr>
            <a:lvl8pPr>
              <a:buNone/>
              <a:defRPr sz="1125" b="1">
                <a:solidFill>
                  <a:srgbClr val="1CA6A3"/>
                </a:solidFill>
              </a:defRPr>
            </a:lvl8pPr>
            <a:lvl9pPr>
              <a:buNone/>
              <a:defRPr sz="112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CA6A3"/>
                </a:solidFill>
              </a:defRPr>
            </a:pPr>
            <a:r>
              <a:rPr sz="1125" b="1">
                <a:solidFill>
                  <a:srgbClr val="1CA6A3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DEAB4-3BC7-4169-B88C-B4CE34E0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956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43A"/>
                </a:solidFill>
              </a:defRPr>
            </a:defPPr>
            <a:lvl1pPr>
              <a:buNone/>
              <a:defRPr sz="1500" b="1">
                <a:solidFill>
                  <a:srgbClr val="10243A"/>
                </a:solidFill>
              </a:defRPr>
            </a:lvl1pPr>
            <a:lvl2pPr>
              <a:buNone/>
              <a:defRPr sz="1500" b="1">
                <a:solidFill>
                  <a:srgbClr val="10243A"/>
                </a:solidFill>
              </a:defRPr>
            </a:lvl2pPr>
            <a:lvl3pPr>
              <a:buNone/>
              <a:defRPr sz="1500" b="1">
                <a:solidFill>
                  <a:srgbClr val="10243A"/>
                </a:solidFill>
              </a:defRPr>
            </a:lvl3pPr>
            <a:lvl4pPr>
              <a:buNone/>
              <a:defRPr sz="1500" b="1">
                <a:solidFill>
                  <a:srgbClr val="10243A"/>
                </a:solidFill>
              </a:defRPr>
            </a:lvl4pPr>
            <a:lvl5pPr>
              <a:buNone/>
              <a:defRPr sz="1500" b="1">
                <a:solidFill>
                  <a:srgbClr val="10243A"/>
                </a:solidFill>
              </a:defRPr>
            </a:lvl5pPr>
            <a:lvl6pPr>
              <a:buNone/>
              <a:defRPr sz="1500" b="1">
                <a:solidFill>
                  <a:srgbClr val="10243A"/>
                </a:solidFill>
              </a:defRPr>
            </a:lvl6pPr>
            <a:lvl7pPr>
              <a:buNone/>
              <a:defRPr sz="1500" b="1">
                <a:solidFill>
                  <a:srgbClr val="10243A"/>
                </a:solidFill>
              </a:defRPr>
            </a:lvl7pPr>
            <a:lvl8pPr>
              <a:buNone/>
              <a:defRPr sz="1500" b="1">
                <a:solidFill>
                  <a:srgbClr val="10243A"/>
                </a:solidFill>
              </a:defRPr>
            </a:lvl8pPr>
            <a:lvl9pPr>
              <a:buNone/>
              <a:defRPr sz="150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No model fusion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0F862-3B50-4448-AF9F-EA7DAE6B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95650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D7182"/>
                </a:solidFill>
              </a:defRPr>
            </a:defPPr>
            <a:lvl1pPr>
              <a:buNone/>
              <a:defRPr sz="1275" b="0">
                <a:solidFill>
                  <a:srgbClr val="5D7182"/>
                </a:solidFill>
              </a:defRPr>
            </a:lvl1pPr>
            <a:lvl2pPr>
              <a:buNone/>
              <a:defRPr sz="1275" b="0">
                <a:solidFill>
                  <a:srgbClr val="5D7182"/>
                </a:solidFill>
              </a:defRPr>
            </a:lvl2pPr>
            <a:lvl3pPr>
              <a:buNone/>
              <a:defRPr sz="1275" b="0">
                <a:solidFill>
                  <a:srgbClr val="5D7182"/>
                </a:solidFill>
              </a:defRPr>
            </a:lvl3pPr>
            <a:lvl4pPr>
              <a:buNone/>
              <a:defRPr sz="1275" b="0">
                <a:solidFill>
                  <a:srgbClr val="5D7182"/>
                </a:solidFill>
              </a:defRPr>
            </a:lvl4pPr>
            <a:lvl5pPr>
              <a:buNone/>
              <a:defRPr sz="1275" b="0">
                <a:solidFill>
                  <a:srgbClr val="5D7182"/>
                </a:solidFill>
              </a:defRPr>
            </a:lvl5pPr>
            <a:lvl6pPr>
              <a:buNone/>
              <a:defRPr sz="1275" b="0">
                <a:solidFill>
                  <a:srgbClr val="5D7182"/>
                </a:solidFill>
              </a:defRPr>
            </a:lvl6pPr>
            <a:lvl7pPr>
              <a:buNone/>
              <a:defRPr sz="1275" b="0">
                <a:solidFill>
                  <a:srgbClr val="5D7182"/>
                </a:solidFill>
              </a:defRPr>
            </a:lvl7pPr>
            <a:lvl8pPr>
              <a:buNone/>
              <a:defRPr sz="1275" b="0">
                <a:solidFill>
                  <a:srgbClr val="5D7182"/>
                </a:solidFill>
              </a:defRPr>
            </a:lvl8pPr>
            <a:lvl9pPr>
              <a:buNone/>
              <a:defRPr sz="1275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D7182"/>
                </a:solidFill>
              </a:defRPr>
            </a:pPr>
            <a:r>
              <a:rPr sz="1275" b="0">
                <a:solidFill>
                  <a:srgbClr val="5D7182"/>
                </a:solidFill>
              </a:rPr>
              <a:t>The three model outputs remain separate; no unified risk score.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E67A2-37AE-4097-9A07-641EA196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84B00C-84CF-4708-99EB-1B16826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CA6A3"/>
                </a:solidFill>
              </a:defRPr>
            </a:defPPr>
            <a:lvl1pPr>
              <a:buNone/>
              <a:defRPr sz="1125" b="1">
                <a:solidFill>
                  <a:srgbClr val="1CA6A3"/>
                </a:solidFill>
              </a:defRPr>
            </a:lvl1pPr>
            <a:lvl2pPr>
              <a:buNone/>
              <a:defRPr sz="1125" b="1">
                <a:solidFill>
                  <a:srgbClr val="1CA6A3"/>
                </a:solidFill>
              </a:defRPr>
            </a:lvl2pPr>
            <a:lvl3pPr>
              <a:buNone/>
              <a:defRPr sz="1125" b="1">
                <a:solidFill>
                  <a:srgbClr val="1CA6A3"/>
                </a:solidFill>
              </a:defRPr>
            </a:lvl3pPr>
            <a:lvl4pPr>
              <a:buNone/>
              <a:defRPr sz="1125" b="1">
                <a:solidFill>
                  <a:srgbClr val="1CA6A3"/>
                </a:solidFill>
              </a:defRPr>
            </a:lvl4pPr>
            <a:lvl5pPr>
              <a:buNone/>
              <a:defRPr sz="1125" b="1">
                <a:solidFill>
                  <a:srgbClr val="1CA6A3"/>
                </a:solidFill>
              </a:defRPr>
            </a:lvl5pPr>
            <a:lvl6pPr>
              <a:buNone/>
              <a:defRPr sz="1125" b="1">
                <a:solidFill>
                  <a:srgbClr val="1CA6A3"/>
                </a:solidFill>
              </a:defRPr>
            </a:lvl6pPr>
            <a:lvl7pPr>
              <a:buNone/>
              <a:defRPr sz="1125" b="1">
                <a:solidFill>
                  <a:srgbClr val="1CA6A3"/>
                </a:solidFill>
              </a:defRPr>
            </a:lvl7pPr>
            <a:lvl8pPr>
              <a:buNone/>
              <a:defRPr sz="1125" b="1">
                <a:solidFill>
                  <a:srgbClr val="1CA6A3"/>
                </a:solidFill>
              </a:defRPr>
            </a:lvl8pPr>
            <a:lvl9pPr>
              <a:buNone/>
              <a:defRPr sz="112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CA6A3"/>
                </a:solidFill>
              </a:defRPr>
            </a:pPr>
            <a:r>
              <a:rPr sz="1125" b="1">
                <a:solidFill>
                  <a:srgbClr val="1CA6A3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EE2B9-8B7A-425D-A1A9-7AA89AD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624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43A"/>
                </a:solidFill>
              </a:defRPr>
            </a:defPPr>
            <a:lvl1pPr>
              <a:buNone/>
              <a:defRPr sz="1500" b="1">
                <a:solidFill>
                  <a:srgbClr val="10243A"/>
                </a:solidFill>
              </a:defRPr>
            </a:lvl1pPr>
            <a:lvl2pPr>
              <a:buNone/>
              <a:defRPr sz="1500" b="1">
                <a:solidFill>
                  <a:srgbClr val="10243A"/>
                </a:solidFill>
              </a:defRPr>
            </a:lvl2pPr>
            <a:lvl3pPr>
              <a:buNone/>
              <a:defRPr sz="1500" b="1">
                <a:solidFill>
                  <a:srgbClr val="10243A"/>
                </a:solidFill>
              </a:defRPr>
            </a:lvl3pPr>
            <a:lvl4pPr>
              <a:buNone/>
              <a:defRPr sz="1500" b="1">
                <a:solidFill>
                  <a:srgbClr val="10243A"/>
                </a:solidFill>
              </a:defRPr>
            </a:lvl4pPr>
            <a:lvl5pPr>
              <a:buNone/>
              <a:defRPr sz="1500" b="1">
                <a:solidFill>
                  <a:srgbClr val="10243A"/>
                </a:solidFill>
              </a:defRPr>
            </a:lvl5pPr>
            <a:lvl6pPr>
              <a:buNone/>
              <a:defRPr sz="1500" b="1">
                <a:solidFill>
                  <a:srgbClr val="10243A"/>
                </a:solidFill>
              </a:defRPr>
            </a:lvl6pPr>
            <a:lvl7pPr>
              <a:buNone/>
              <a:defRPr sz="1500" b="1">
                <a:solidFill>
                  <a:srgbClr val="10243A"/>
                </a:solidFill>
              </a:defRPr>
            </a:lvl7pPr>
            <a:lvl8pPr>
              <a:buNone/>
              <a:defRPr sz="1500" b="1">
                <a:solidFill>
                  <a:srgbClr val="10243A"/>
                </a:solidFill>
              </a:defRPr>
            </a:lvl8pPr>
            <a:lvl9pPr>
              <a:buNone/>
              <a:defRPr sz="150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Validation needed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694DD-91FF-4E41-912C-2840B383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62425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D7182"/>
                </a:solidFill>
              </a:defRPr>
            </a:defPPr>
            <a:lvl1pPr>
              <a:buNone/>
              <a:defRPr sz="1275" b="0">
                <a:solidFill>
                  <a:srgbClr val="5D7182"/>
                </a:solidFill>
              </a:defRPr>
            </a:lvl1pPr>
            <a:lvl2pPr>
              <a:buNone/>
              <a:defRPr sz="1275" b="0">
                <a:solidFill>
                  <a:srgbClr val="5D7182"/>
                </a:solidFill>
              </a:defRPr>
            </a:lvl2pPr>
            <a:lvl3pPr>
              <a:buNone/>
              <a:defRPr sz="1275" b="0">
                <a:solidFill>
                  <a:srgbClr val="5D7182"/>
                </a:solidFill>
              </a:defRPr>
            </a:lvl3pPr>
            <a:lvl4pPr>
              <a:buNone/>
              <a:defRPr sz="1275" b="0">
                <a:solidFill>
                  <a:srgbClr val="5D7182"/>
                </a:solidFill>
              </a:defRPr>
            </a:lvl4pPr>
            <a:lvl5pPr>
              <a:buNone/>
              <a:defRPr sz="1275" b="0">
                <a:solidFill>
                  <a:srgbClr val="5D7182"/>
                </a:solidFill>
              </a:defRPr>
            </a:lvl5pPr>
            <a:lvl6pPr>
              <a:buNone/>
              <a:defRPr sz="1275" b="0">
                <a:solidFill>
                  <a:srgbClr val="5D7182"/>
                </a:solidFill>
              </a:defRPr>
            </a:lvl6pPr>
            <a:lvl7pPr>
              <a:buNone/>
              <a:defRPr sz="1275" b="0">
                <a:solidFill>
                  <a:srgbClr val="5D7182"/>
                </a:solidFill>
              </a:defRPr>
            </a:lvl7pPr>
            <a:lvl8pPr>
              <a:buNone/>
              <a:defRPr sz="1275" b="0">
                <a:solidFill>
                  <a:srgbClr val="5D7182"/>
                </a:solidFill>
              </a:defRPr>
            </a:lvl8pPr>
            <a:lvl9pPr>
              <a:buNone/>
              <a:defRPr sz="1275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D7182"/>
                </a:solidFill>
              </a:defRPr>
            </a:pPr>
            <a:r>
              <a:rPr sz="1275" b="0">
                <a:solidFill>
                  <a:srgbClr val="5D7182"/>
                </a:solidFill>
              </a:rPr>
              <a:t>Small UCI dataset; external validation and clinical review are absent.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51898-A960-4EA7-B5F3-B16D4D5F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52975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0624A-1BBA-426A-ACC2-55C5700E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CA6A3"/>
                </a:solidFill>
              </a:defRPr>
            </a:defPPr>
            <a:lvl1pPr>
              <a:buNone/>
              <a:defRPr sz="1125" b="1">
                <a:solidFill>
                  <a:srgbClr val="1CA6A3"/>
                </a:solidFill>
              </a:defRPr>
            </a:lvl1pPr>
            <a:lvl2pPr>
              <a:buNone/>
              <a:defRPr sz="1125" b="1">
                <a:solidFill>
                  <a:srgbClr val="1CA6A3"/>
                </a:solidFill>
              </a:defRPr>
            </a:lvl2pPr>
            <a:lvl3pPr>
              <a:buNone/>
              <a:defRPr sz="1125" b="1">
                <a:solidFill>
                  <a:srgbClr val="1CA6A3"/>
                </a:solidFill>
              </a:defRPr>
            </a:lvl3pPr>
            <a:lvl4pPr>
              <a:buNone/>
              <a:defRPr sz="1125" b="1">
                <a:solidFill>
                  <a:srgbClr val="1CA6A3"/>
                </a:solidFill>
              </a:defRPr>
            </a:lvl4pPr>
            <a:lvl5pPr>
              <a:buNone/>
              <a:defRPr sz="1125" b="1">
                <a:solidFill>
                  <a:srgbClr val="1CA6A3"/>
                </a:solidFill>
              </a:defRPr>
            </a:lvl5pPr>
            <a:lvl6pPr>
              <a:buNone/>
              <a:defRPr sz="1125" b="1">
                <a:solidFill>
                  <a:srgbClr val="1CA6A3"/>
                </a:solidFill>
              </a:defRPr>
            </a:lvl6pPr>
            <a:lvl7pPr>
              <a:buNone/>
              <a:defRPr sz="1125" b="1">
                <a:solidFill>
                  <a:srgbClr val="1CA6A3"/>
                </a:solidFill>
              </a:defRPr>
            </a:lvl7pPr>
            <a:lvl8pPr>
              <a:buNone/>
              <a:defRPr sz="1125" b="1">
                <a:solidFill>
                  <a:srgbClr val="1CA6A3"/>
                </a:solidFill>
              </a:defRPr>
            </a:lvl8pPr>
            <a:lvl9pPr>
              <a:buNone/>
              <a:defRPr sz="1125" b="1">
                <a:solidFill>
                  <a:srgbClr val="1CA6A3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CA6A3"/>
                </a:solidFill>
              </a:defRPr>
            </a:pPr>
            <a:r>
              <a:rPr sz="1125" b="1">
                <a:solidFill>
                  <a:srgbClr val="1CA6A3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54F376-0AF6-4A61-B167-62630C31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43A"/>
                </a:solidFill>
              </a:defRPr>
            </a:defPPr>
            <a:lvl1pPr>
              <a:buNone/>
              <a:defRPr sz="1500" b="1">
                <a:solidFill>
                  <a:srgbClr val="10243A"/>
                </a:solidFill>
              </a:defRPr>
            </a:lvl1pPr>
            <a:lvl2pPr>
              <a:buNone/>
              <a:defRPr sz="1500" b="1">
                <a:solidFill>
                  <a:srgbClr val="10243A"/>
                </a:solidFill>
              </a:defRPr>
            </a:lvl2pPr>
            <a:lvl3pPr>
              <a:buNone/>
              <a:defRPr sz="1500" b="1">
                <a:solidFill>
                  <a:srgbClr val="10243A"/>
                </a:solidFill>
              </a:defRPr>
            </a:lvl3pPr>
            <a:lvl4pPr>
              <a:buNone/>
              <a:defRPr sz="1500" b="1">
                <a:solidFill>
                  <a:srgbClr val="10243A"/>
                </a:solidFill>
              </a:defRPr>
            </a:lvl4pPr>
            <a:lvl5pPr>
              <a:buNone/>
              <a:defRPr sz="1500" b="1">
                <a:solidFill>
                  <a:srgbClr val="10243A"/>
                </a:solidFill>
              </a:defRPr>
            </a:lvl5pPr>
            <a:lvl6pPr>
              <a:buNone/>
              <a:defRPr sz="1500" b="1">
                <a:solidFill>
                  <a:srgbClr val="10243A"/>
                </a:solidFill>
              </a:defRPr>
            </a:lvl6pPr>
            <a:lvl7pPr>
              <a:buNone/>
              <a:defRPr sz="1500" b="1">
                <a:solidFill>
                  <a:srgbClr val="10243A"/>
                </a:solidFill>
              </a:defRPr>
            </a:lvl7pPr>
            <a:lvl8pPr>
              <a:buNone/>
              <a:defRPr sz="1500" b="1">
                <a:solidFill>
                  <a:srgbClr val="10243A"/>
                </a:solidFill>
              </a:defRPr>
            </a:lvl8pPr>
            <a:lvl9pPr>
              <a:buNone/>
              <a:defRPr sz="1500" b="1">
                <a:solidFill>
                  <a:srgbClr val="10243A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0243A"/>
                </a:solidFill>
              </a:defRPr>
            </a:pPr>
            <a:r>
              <a:rPr sz="1500" b="1">
                <a:solidFill>
                  <a:srgbClr val="10243A"/>
                </a:solidFill>
              </a:rPr>
              <a:t>Artifacts to finish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FB2732-4513-4287-B945-5B5F7038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29200"/>
            <a:ext cx="723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D7182"/>
                </a:solidFill>
              </a:defRPr>
            </a:defPPr>
            <a:lvl1pPr>
              <a:buNone/>
              <a:defRPr sz="1275" b="0">
                <a:solidFill>
                  <a:srgbClr val="5D7182"/>
                </a:solidFill>
              </a:defRPr>
            </a:lvl1pPr>
            <a:lvl2pPr>
              <a:buNone/>
              <a:defRPr sz="1275" b="0">
                <a:solidFill>
                  <a:srgbClr val="5D7182"/>
                </a:solidFill>
              </a:defRPr>
            </a:lvl2pPr>
            <a:lvl3pPr>
              <a:buNone/>
              <a:defRPr sz="1275" b="0">
                <a:solidFill>
                  <a:srgbClr val="5D7182"/>
                </a:solidFill>
              </a:defRPr>
            </a:lvl3pPr>
            <a:lvl4pPr>
              <a:buNone/>
              <a:defRPr sz="1275" b="0">
                <a:solidFill>
                  <a:srgbClr val="5D7182"/>
                </a:solidFill>
              </a:defRPr>
            </a:lvl4pPr>
            <a:lvl5pPr>
              <a:buNone/>
              <a:defRPr sz="1275" b="0">
                <a:solidFill>
                  <a:srgbClr val="5D7182"/>
                </a:solidFill>
              </a:defRPr>
            </a:lvl5pPr>
            <a:lvl6pPr>
              <a:buNone/>
              <a:defRPr sz="1275" b="0">
                <a:solidFill>
                  <a:srgbClr val="5D7182"/>
                </a:solidFill>
              </a:defRPr>
            </a:lvl6pPr>
            <a:lvl7pPr>
              <a:buNone/>
              <a:defRPr sz="1275" b="0">
                <a:solidFill>
                  <a:srgbClr val="5D7182"/>
                </a:solidFill>
              </a:defRPr>
            </a:lvl7pPr>
            <a:lvl8pPr>
              <a:buNone/>
              <a:defRPr sz="1275" b="0">
                <a:solidFill>
                  <a:srgbClr val="5D7182"/>
                </a:solidFill>
              </a:defRPr>
            </a:lvl8pPr>
            <a:lvl9pPr>
              <a:buNone/>
              <a:defRPr sz="1275" b="0">
                <a:solidFill>
                  <a:srgbClr val="5D7182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D7182"/>
                </a:solidFill>
              </a:defRPr>
            </a:pPr>
            <a:r>
              <a:rPr sz="1275" b="0">
                <a:solidFill>
                  <a:srgbClr val="5D7182"/>
                </a:solidFill>
              </a:rPr>
              <a:t>Distribute diabetes/ECG model artifacts safely; record demo video and license.</a:t>
            </a:r>
          </a:p>
        </p:txBody>
      </p:sp>
    </p:spTree>
    <p:extLst>
      <p:ext uri="{BB962C8B-B14F-4D97-AF65-F5344CB8AC3E}">
        <p14:creationId xmlns:p14="http://schemas.microsoft.com/office/powerpoint/2010/main" val="1359358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2026-10-20T04:41:47.9920000Z</dcterms:created>
  <dcterms:modified xsi:type="dcterms:W3CDTF">2026-10-20T04:41:47.9920000Z</dcterms:modified>
</coreProperties>
</file>